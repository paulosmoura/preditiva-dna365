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le Bold" charset="1" panose="020B0704020202020204"/>
      <p:regular r:id="rId18"/>
    </p:embeddedFont>
    <p:embeddedFont>
      <p:font typeface="Arialle" charset="1" panose="020B0604020202020204"/>
      <p:regular r:id="rId19"/>
    </p:embeddedFont>
    <p:embeddedFont>
      <p:font typeface="Open Sans Bold" charset="1" panose="020B08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14.jpeg" Type="http://schemas.openxmlformats.org/officeDocument/2006/relationships/image"/><Relationship Id="rId20" Target="../media/image32.png" Type="http://schemas.openxmlformats.org/officeDocument/2006/relationships/image"/><Relationship Id="rId21" Target="../media/image33.svg" Type="http://schemas.openxmlformats.org/officeDocument/2006/relationships/image"/><Relationship Id="rId22" Target="../media/image34.png" Type="http://schemas.openxmlformats.org/officeDocument/2006/relationships/image"/><Relationship Id="rId23" Target="../media/image35.png" Type="http://schemas.openxmlformats.org/officeDocument/2006/relationships/image"/><Relationship Id="rId24" Target="../media/image36.sv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54990" y="9158999"/>
            <a:ext cx="10778019" cy="910506"/>
            <a:chOff x="0" y="0"/>
            <a:chExt cx="2838655" cy="2398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8655" cy="239804"/>
            </a:xfrm>
            <a:custGeom>
              <a:avLst/>
              <a:gdLst/>
              <a:ahLst/>
              <a:cxnLst/>
              <a:rect r="r" b="b" t="t" l="l"/>
              <a:pathLst>
                <a:path h="239804" w="2838655">
                  <a:moveTo>
                    <a:pt x="7183" y="0"/>
                  </a:moveTo>
                  <a:lnTo>
                    <a:pt x="2831472" y="0"/>
                  </a:lnTo>
                  <a:cubicBezTo>
                    <a:pt x="2833377" y="0"/>
                    <a:pt x="2835204" y="757"/>
                    <a:pt x="2836551" y="2104"/>
                  </a:cubicBezTo>
                  <a:cubicBezTo>
                    <a:pt x="2837898" y="3451"/>
                    <a:pt x="2838655" y="5278"/>
                    <a:pt x="2838655" y="7183"/>
                  </a:cubicBezTo>
                  <a:lnTo>
                    <a:pt x="2838655" y="232621"/>
                  </a:lnTo>
                  <a:cubicBezTo>
                    <a:pt x="2838655" y="234526"/>
                    <a:pt x="2837898" y="236353"/>
                    <a:pt x="2836551" y="237700"/>
                  </a:cubicBezTo>
                  <a:cubicBezTo>
                    <a:pt x="2835204" y="239047"/>
                    <a:pt x="2833377" y="239804"/>
                    <a:pt x="2831472" y="239804"/>
                  </a:cubicBezTo>
                  <a:lnTo>
                    <a:pt x="7183" y="239804"/>
                  </a:lnTo>
                  <a:cubicBezTo>
                    <a:pt x="5278" y="239804"/>
                    <a:pt x="3451" y="239047"/>
                    <a:pt x="2104" y="237700"/>
                  </a:cubicBezTo>
                  <a:cubicBezTo>
                    <a:pt x="757" y="236353"/>
                    <a:pt x="0" y="234526"/>
                    <a:pt x="0" y="232621"/>
                  </a:cubicBezTo>
                  <a:lnTo>
                    <a:pt x="0" y="7183"/>
                  </a:lnTo>
                  <a:cubicBezTo>
                    <a:pt x="0" y="5278"/>
                    <a:pt x="757" y="3451"/>
                    <a:pt x="2104" y="2104"/>
                  </a:cubicBezTo>
                  <a:cubicBezTo>
                    <a:pt x="3451" y="757"/>
                    <a:pt x="5278" y="0"/>
                    <a:pt x="7183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38655" cy="287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PROJETO SITE - PREDITIVA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824477" y="1212398"/>
            <a:ext cx="12639045" cy="7062066"/>
          </a:xfrm>
          <a:custGeom>
            <a:avLst/>
            <a:gdLst/>
            <a:ahLst/>
            <a:cxnLst/>
            <a:rect r="r" b="b" t="t" l="l"/>
            <a:pathLst>
              <a:path h="7062066" w="12639045">
                <a:moveTo>
                  <a:pt x="0" y="0"/>
                </a:moveTo>
                <a:lnTo>
                  <a:pt x="12639046" y="0"/>
                </a:lnTo>
                <a:lnTo>
                  <a:pt x="12639046" y="7062067"/>
                </a:lnTo>
                <a:lnTo>
                  <a:pt x="0" y="7062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13641" y="8059619"/>
            <a:ext cx="10778019" cy="910506"/>
            <a:chOff x="0" y="0"/>
            <a:chExt cx="2838655" cy="2398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8655" cy="239804"/>
            </a:xfrm>
            <a:custGeom>
              <a:avLst/>
              <a:gdLst/>
              <a:ahLst/>
              <a:cxnLst/>
              <a:rect r="r" b="b" t="t" l="l"/>
              <a:pathLst>
                <a:path h="239804" w="2838655">
                  <a:moveTo>
                    <a:pt x="7183" y="0"/>
                  </a:moveTo>
                  <a:lnTo>
                    <a:pt x="2831472" y="0"/>
                  </a:lnTo>
                  <a:cubicBezTo>
                    <a:pt x="2833377" y="0"/>
                    <a:pt x="2835204" y="757"/>
                    <a:pt x="2836551" y="2104"/>
                  </a:cubicBezTo>
                  <a:cubicBezTo>
                    <a:pt x="2837898" y="3451"/>
                    <a:pt x="2838655" y="5278"/>
                    <a:pt x="2838655" y="7183"/>
                  </a:cubicBezTo>
                  <a:lnTo>
                    <a:pt x="2838655" y="232621"/>
                  </a:lnTo>
                  <a:cubicBezTo>
                    <a:pt x="2838655" y="234526"/>
                    <a:pt x="2837898" y="236353"/>
                    <a:pt x="2836551" y="237700"/>
                  </a:cubicBezTo>
                  <a:cubicBezTo>
                    <a:pt x="2835204" y="239047"/>
                    <a:pt x="2833377" y="239804"/>
                    <a:pt x="2831472" y="239804"/>
                  </a:cubicBezTo>
                  <a:lnTo>
                    <a:pt x="7183" y="239804"/>
                  </a:lnTo>
                  <a:cubicBezTo>
                    <a:pt x="5278" y="239804"/>
                    <a:pt x="3451" y="239047"/>
                    <a:pt x="2104" y="237700"/>
                  </a:cubicBezTo>
                  <a:cubicBezTo>
                    <a:pt x="757" y="236353"/>
                    <a:pt x="0" y="234526"/>
                    <a:pt x="0" y="232621"/>
                  </a:cubicBezTo>
                  <a:lnTo>
                    <a:pt x="0" y="7183"/>
                  </a:lnTo>
                  <a:cubicBezTo>
                    <a:pt x="0" y="5278"/>
                    <a:pt x="757" y="3451"/>
                    <a:pt x="2104" y="2104"/>
                  </a:cubicBezTo>
                  <a:cubicBezTo>
                    <a:pt x="3451" y="757"/>
                    <a:pt x="5278" y="0"/>
                    <a:pt x="7183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38655" cy="287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Site Engenharia da Preditiva 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Usar a mesma plataforma utilizadada para no projeto Luberfil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2188" y="835802"/>
            <a:ext cx="7071623" cy="3951269"/>
          </a:xfrm>
          <a:custGeom>
            <a:avLst/>
            <a:gdLst/>
            <a:ahLst/>
            <a:cxnLst/>
            <a:rect r="r" b="b" t="t" l="l"/>
            <a:pathLst>
              <a:path h="3951269" w="7071623">
                <a:moveTo>
                  <a:pt x="0" y="0"/>
                </a:moveTo>
                <a:lnTo>
                  <a:pt x="7071623" y="0"/>
                </a:lnTo>
                <a:lnTo>
                  <a:pt x="7071623" y="3951269"/>
                </a:lnTo>
                <a:lnTo>
                  <a:pt x="0" y="3951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115826" y="2435400"/>
            <a:ext cx="9695669" cy="5162944"/>
          </a:xfrm>
          <a:custGeom>
            <a:avLst/>
            <a:gdLst/>
            <a:ahLst/>
            <a:cxnLst/>
            <a:rect r="r" b="b" t="t" l="l"/>
            <a:pathLst>
              <a:path h="5162944" w="9695669">
                <a:moveTo>
                  <a:pt x="0" y="0"/>
                </a:moveTo>
                <a:lnTo>
                  <a:pt x="9695669" y="0"/>
                </a:lnTo>
                <a:lnTo>
                  <a:pt x="9695669" y="5162944"/>
                </a:lnTo>
                <a:lnTo>
                  <a:pt x="0" y="516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8" id="8"/>
          <p:cNvSpPr/>
          <p:nvPr/>
        </p:nvSpPr>
        <p:spPr>
          <a:xfrm>
            <a:off x="412188" y="4719453"/>
            <a:ext cx="7703637" cy="28788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7483811" y="835802"/>
            <a:ext cx="10327684" cy="16222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6220" y="4636437"/>
            <a:ext cx="17418002" cy="1262708"/>
            <a:chOff x="0" y="0"/>
            <a:chExt cx="4587457" cy="332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7457" cy="332565"/>
            </a:xfrm>
            <a:custGeom>
              <a:avLst/>
              <a:gdLst/>
              <a:ahLst/>
              <a:cxnLst/>
              <a:rect r="r" b="b" t="t" l="l"/>
              <a:pathLst>
                <a:path h="332565" w="4587457">
                  <a:moveTo>
                    <a:pt x="4445" y="0"/>
                  </a:moveTo>
                  <a:lnTo>
                    <a:pt x="4583013" y="0"/>
                  </a:lnTo>
                  <a:cubicBezTo>
                    <a:pt x="4585467" y="0"/>
                    <a:pt x="4587457" y="1990"/>
                    <a:pt x="4587457" y="4445"/>
                  </a:cubicBezTo>
                  <a:lnTo>
                    <a:pt x="4587457" y="328120"/>
                  </a:lnTo>
                  <a:cubicBezTo>
                    <a:pt x="4587457" y="330575"/>
                    <a:pt x="4585467" y="332565"/>
                    <a:pt x="4583013" y="332565"/>
                  </a:cubicBezTo>
                  <a:lnTo>
                    <a:pt x="4445" y="332565"/>
                  </a:lnTo>
                  <a:cubicBezTo>
                    <a:pt x="1990" y="332565"/>
                    <a:pt x="0" y="330575"/>
                    <a:pt x="0" y="328120"/>
                  </a:cubicBezTo>
                  <a:lnTo>
                    <a:pt x="0" y="4445"/>
                  </a:lnTo>
                  <a:cubicBezTo>
                    <a:pt x="0" y="1990"/>
                    <a:pt x="1990" y="0"/>
                    <a:pt x="4445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7457" cy="380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BANCO DE DADOS: Automação de Tabela SharePoint – Notas Industriais do SAP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Desenvolver uma tabela no SharePoint baseada no arquivo de notas, com atualização automática duas vezes ao dia. A rotina fará a extração dos dados do SAP e salvará o arquivo atualizado na pasta indicada no link abaixo, garantindo informações sempre atualizadas e integradas.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6220" y="6460189"/>
            <a:ext cx="17418002" cy="1967409"/>
            <a:chOff x="0" y="0"/>
            <a:chExt cx="4587457" cy="5181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87457" cy="518165"/>
            </a:xfrm>
            <a:custGeom>
              <a:avLst/>
              <a:gdLst/>
              <a:ahLst/>
              <a:cxnLst/>
              <a:rect r="r" b="b" t="t" l="l"/>
              <a:pathLst>
                <a:path h="518165" w="4587457">
                  <a:moveTo>
                    <a:pt x="4445" y="0"/>
                  </a:moveTo>
                  <a:lnTo>
                    <a:pt x="4583013" y="0"/>
                  </a:lnTo>
                  <a:cubicBezTo>
                    <a:pt x="4585467" y="0"/>
                    <a:pt x="4587457" y="1990"/>
                    <a:pt x="4587457" y="4445"/>
                  </a:cubicBezTo>
                  <a:lnTo>
                    <a:pt x="4587457" y="513721"/>
                  </a:lnTo>
                  <a:cubicBezTo>
                    <a:pt x="4587457" y="516175"/>
                    <a:pt x="4585467" y="518165"/>
                    <a:pt x="4583013" y="518165"/>
                  </a:cubicBezTo>
                  <a:lnTo>
                    <a:pt x="4445" y="518165"/>
                  </a:lnTo>
                  <a:cubicBezTo>
                    <a:pt x="1990" y="518165"/>
                    <a:pt x="0" y="516175"/>
                    <a:pt x="0" y="513721"/>
                  </a:cubicBezTo>
                  <a:lnTo>
                    <a:pt x="0" y="4445"/>
                  </a:lnTo>
                  <a:cubicBezTo>
                    <a:pt x="0" y="1990"/>
                    <a:pt x="1990" y="0"/>
                    <a:pt x="4445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587457" cy="565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LINK:</a:t>
              </a:r>
            </a:p>
            <a:p>
              <a:pPr algn="just">
                <a:lnSpc>
                  <a:spcPts val="2800"/>
                </a:lnSpc>
              </a:pP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https://mmgbrasil.sharepoint.com/sites/ssbini-gestoeng.manutenoeconfiabilidade/Shared%20Documents/Forms/AllItems.aspx?id=%2Fsites%2Fssbini%2Dgestoeng%2Emanutenoeconfiabilidade%2FShared%20Documents%2FConfiabilidade%5FPreditiva%2FBANCO%5FDADOS&amp;viewid=ca16c302%2Daa8f%2D43ed%2Dbb27%2D0526de167c5b 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316338" y="3423739"/>
            <a:ext cx="3706926" cy="941441"/>
          </a:xfrm>
          <a:custGeom>
            <a:avLst/>
            <a:gdLst/>
            <a:ahLst/>
            <a:cxnLst/>
            <a:rect r="r" b="b" t="t" l="l"/>
            <a:pathLst>
              <a:path h="941441" w="3706926">
                <a:moveTo>
                  <a:pt x="0" y="0"/>
                </a:moveTo>
                <a:lnTo>
                  <a:pt x="3706925" y="0"/>
                </a:lnTo>
                <a:lnTo>
                  <a:pt x="3706925" y="941442"/>
                </a:lnTo>
                <a:lnTo>
                  <a:pt x="0" y="941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6220" y="657225"/>
            <a:ext cx="8425290" cy="4212645"/>
          </a:xfrm>
          <a:custGeom>
            <a:avLst/>
            <a:gdLst/>
            <a:ahLst/>
            <a:cxnLst/>
            <a:rect r="r" b="b" t="t" l="l"/>
            <a:pathLst>
              <a:path h="4212645" w="8425290">
                <a:moveTo>
                  <a:pt x="0" y="0"/>
                </a:moveTo>
                <a:lnTo>
                  <a:pt x="8425290" y="0"/>
                </a:lnTo>
                <a:lnTo>
                  <a:pt x="8425290" y="4212645"/>
                </a:lnTo>
                <a:lnTo>
                  <a:pt x="0" y="4212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9629" y="2667154"/>
            <a:ext cx="15851967" cy="1967409"/>
            <a:chOff x="0" y="0"/>
            <a:chExt cx="4175004" cy="518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75004" cy="518165"/>
            </a:xfrm>
            <a:custGeom>
              <a:avLst/>
              <a:gdLst/>
              <a:ahLst/>
              <a:cxnLst/>
              <a:rect r="r" b="b" t="t" l="l"/>
              <a:pathLst>
                <a:path h="518165" w="4175004">
                  <a:moveTo>
                    <a:pt x="4884" y="0"/>
                  </a:moveTo>
                  <a:lnTo>
                    <a:pt x="4170120" y="0"/>
                  </a:lnTo>
                  <a:cubicBezTo>
                    <a:pt x="4171415" y="0"/>
                    <a:pt x="4172657" y="515"/>
                    <a:pt x="4173573" y="1430"/>
                  </a:cubicBezTo>
                  <a:cubicBezTo>
                    <a:pt x="4174489" y="2346"/>
                    <a:pt x="4175004" y="3589"/>
                    <a:pt x="4175004" y="4884"/>
                  </a:cubicBezTo>
                  <a:lnTo>
                    <a:pt x="4175004" y="513281"/>
                  </a:lnTo>
                  <a:cubicBezTo>
                    <a:pt x="4175004" y="514577"/>
                    <a:pt x="4174489" y="515819"/>
                    <a:pt x="4173573" y="516735"/>
                  </a:cubicBezTo>
                  <a:cubicBezTo>
                    <a:pt x="4172657" y="517651"/>
                    <a:pt x="4171415" y="518165"/>
                    <a:pt x="4170120" y="518165"/>
                  </a:cubicBezTo>
                  <a:lnTo>
                    <a:pt x="4884" y="518165"/>
                  </a:lnTo>
                  <a:cubicBezTo>
                    <a:pt x="2187" y="518165"/>
                    <a:pt x="0" y="515979"/>
                    <a:pt x="0" y="513281"/>
                  </a:cubicBezTo>
                  <a:lnTo>
                    <a:pt x="0" y="4884"/>
                  </a:lnTo>
                  <a:cubicBezTo>
                    <a:pt x="0" y="3589"/>
                    <a:pt x="515" y="2346"/>
                    <a:pt x="1430" y="1430"/>
                  </a:cubicBezTo>
                  <a:cubicBezTo>
                    <a:pt x="2346" y="515"/>
                    <a:pt x="3589" y="0"/>
                    <a:pt x="4884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75004" cy="565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USUÁRIOS TÉCNICOS PARA ACESSO (MATRICULA)  a matricula está na coluna NOTIFICADOR do banco de dados de notas: 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ELETRICA 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- livia.prado@angloamerican.com / (LÍVIA)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MECANICA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 - alexandra.silva@niquelbrasil.com (ALEXANDRA)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ESTRUTURAL 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- rosilayne.desouza-externo@niquelbrasil.com (ROSILAYNE) / andre.dasilva@niquelbrasil.com (ANDREFERREIA)</a:t>
              </a:r>
            </a:p>
            <a:p>
              <a:pPr algn="just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GESTÃO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 - elieber.guimaraes@niquelbrasil.com / paola.guaracy@niquelbrasil.com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9629" y="9114044"/>
            <a:ext cx="17264377" cy="910506"/>
            <a:chOff x="0" y="0"/>
            <a:chExt cx="4546996" cy="2398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46996" cy="239804"/>
            </a:xfrm>
            <a:custGeom>
              <a:avLst/>
              <a:gdLst/>
              <a:ahLst/>
              <a:cxnLst/>
              <a:rect r="r" b="b" t="t" l="l"/>
              <a:pathLst>
                <a:path h="239804" w="4546996">
                  <a:moveTo>
                    <a:pt x="4484" y="0"/>
                  </a:moveTo>
                  <a:lnTo>
                    <a:pt x="4542512" y="0"/>
                  </a:lnTo>
                  <a:cubicBezTo>
                    <a:pt x="4544989" y="0"/>
                    <a:pt x="4546996" y="2008"/>
                    <a:pt x="4546996" y="4484"/>
                  </a:cubicBezTo>
                  <a:lnTo>
                    <a:pt x="4546996" y="235320"/>
                  </a:lnTo>
                  <a:cubicBezTo>
                    <a:pt x="4546996" y="237796"/>
                    <a:pt x="4544989" y="239804"/>
                    <a:pt x="4542512" y="239804"/>
                  </a:cubicBezTo>
                  <a:lnTo>
                    <a:pt x="4484" y="239804"/>
                  </a:lnTo>
                  <a:cubicBezTo>
                    <a:pt x="2008" y="239804"/>
                    <a:pt x="0" y="237796"/>
                    <a:pt x="0" y="235320"/>
                  </a:cubicBezTo>
                  <a:lnTo>
                    <a:pt x="0" y="4484"/>
                  </a:lnTo>
                  <a:cubicBezTo>
                    <a:pt x="0" y="2008"/>
                    <a:pt x="2008" y="0"/>
                    <a:pt x="4484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546996" cy="287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DESENVOLVIMENTO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 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Desenvolver painel de acesso de acordo com a matricula de cada usuário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9629" y="5890599"/>
            <a:ext cx="17264377" cy="1967409"/>
            <a:chOff x="0" y="0"/>
            <a:chExt cx="4546996" cy="5181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46996" cy="518165"/>
            </a:xfrm>
            <a:custGeom>
              <a:avLst/>
              <a:gdLst/>
              <a:ahLst/>
              <a:cxnLst/>
              <a:rect r="r" b="b" t="t" l="l"/>
              <a:pathLst>
                <a:path h="518165" w="4546996">
                  <a:moveTo>
                    <a:pt x="4484" y="0"/>
                  </a:moveTo>
                  <a:lnTo>
                    <a:pt x="4542512" y="0"/>
                  </a:lnTo>
                  <a:cubicBezTo>
                    <a:pt x="4544989" y="0"/>
                    <a:pt x="4546996" y="2008"/>
                    <a:pt x="4546996" y="4484"/>
                  </a:cubicBezTo>
                  <a:lnTo>
                    <a:pt x="4546996" y="513681"/>
                  </a:lnTo>
                  <a:cubicBezTo>
                    <a:pt x="4546996" y="516158"/>
                    <a:pt x="4544989" y="518165"/>
                    <a:pt x="4542512" y="518165"/>
                  </a:cubicBezTo>
                  <a:lnTo>
                    <a:pt x="4484" y="518165"/>
                  </a:lnTo>
                  <a:cubicBezTo>
                    <a:pt x="2008" y="518165"/>
                    <a:pt x="0" y="516158"/>
                    <a:pt x="0" y="513681"/>
                  </a:cubicBezTo>
                  <a:lnTo>
                    <a:pt x="0" y="4484"/>
                  </a:lnTo>
                  <a:cubicBezTo>
                    <a:pt x="0" y="2008"/>
                    <a:pt x="2008" y="0"/>
                    <a:pt x="4484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546996" cy="565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VISÃO POR ACESSO</a:t>
              </a:r>
            </a:p>
            <a:p>
              <a:pPr algn="l" marL="431804" indent="-215902" lvl="1">
                <a:lnSpc>
                  <a:spcPts val="28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E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LETRICA, MECANICA e ESTRUTURAL: Deverá ter acesso ao painel de equipamentos criticos, onde será mostrado somente as Notas abertas pela matricula de cada técnico</a:t>
              </a:r>
            </a:p>
            <a:p>
              <a:pPr algn="l" marL="431804" indent="-215902" lvl="1">
                <a:lnSpc>
                  <a:spcPts val="2800"/>
                </a:lnSpc>
                <a:buFont typeface="Arial"/>
                <a:buChar char="•"/>
              </a:pPr>
            </a:p>
            <a:p>
              <a:pPr algn="l" marL="431804" indent="-215902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GESTÃO - Terá acesso no painel de gestão tendo a visualização dos apontamentos feitos pelos time de técnicos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731104" y="459139"/>
            <a:ext cx="2361728" cy="2409927"/>
          </a:xfrm>
          <a:custGeom>
            <a:avLst/>
            <a:gdLst/>
            <a:ahLst/>
            <a:cxnLst/>
            <a:rect r="r" b="b" t="t" l="l"/>
            <a:pathLst>
              <a:path h="2409927" w="2361728">
                <a:moveTo>
                  <a:pt x="0" y="0"/>
                </a:moveTo>
                <a:lnTo>
                  <a:pt x="2361728" y="0"/>
                </a:lnTo>
                <a:lnTo>
                  <a:pt x="2361728" y="2409927"/>
                </a:lnTo>
                <a:lnTo>
                  <a:pt x="0" y="24099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07" y="861519"/>
            <a:ext cx="13084230" cy="4538592"/>
          </a:xfrm>
          <a:custGeom>
            <a:avLst/>
            <a:gdLst/>
            <a:ahLst/>
            <a:cxnLst/>
            <a:rect r="r" b="b" t="t" l="l"/>
            <a:pathLst>
              <a:path h="4538592" w="13084230">
                <a:moveTo>
                  <a:pt x="0" y="0"/>
                </a:moveTo>
                <a:lnTo>
                  <a:pt x="13084230" y="0"/>
                </a:lnTo>
                <a:lnTo>
                  <a:pt x="13084230" y="4538593"/>
                </a:lnTo>
                <a:lnTo>
                  <a:pt x="0" y="4538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939" y="5783259"/>
            <a:ext cx="17994122" cy="4366251"/>
            <a:chOff x="0" y="0"/>
            <a:chExt cx="4739193" cy="11499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39193" cy="1149959"/>
            </a:xfrm>
            <a:custGeom>
              <a:avLst/>
              <a:gdLst/>
              <a:ahLst/>
              <a:cxnLst/>
              <a:rect r="r" b="b" t="t" l="l"/>
              <a:pathLst>
                <a:path h="1149959" w="4739193">
                  <a:moveTo>
                    <a:pt x="4302" y="0"/>
                  </a:moveTo>
                  <a:lnTo>
                    <a:pt x="4734890" y="0"/>
                  </a:lnTo>
                  <a:cubicBezTo>
                    <a:pt x="4737267" y="0"/>
                    <a:pt x="4739193" y="1926"/>
                    <a:pt x="4739193" y="4302"/>
                  </a:cubicBezTo>
                  <a:lnTo>
                    <a:pt x="4739193" y="1145657"/>
                  </a:lnTo>
                  <a:cubicBezTo>
                    <a:pt x="4739193" y="1148033"/>
                    <a:pt x="4737267" y="1149959"/>
                    <a:pt x="4734890" y="1149959"/>
                  </a:cubicBezTo>
                  <a:lnTo>
                    <a:pt x="4302" y="1149959"/>
                  </a:lnTo>
                  <a:cubicBezTo>
                    <a:pt x="3161" y="1149959"/>
                    <a:pt x="2067" y="1149506"/>
                    <a:pt x="1260" y="1148699"/>
                  </a:cubicBezTo>
                  <a:cubicBezTo>
                    <a:pt x="453" y="1147892"/>
                    <a:pt x="0" y="1146798"/>
                    <a:pt x="0" y="1145657"/>
                  </a:cubicBezTo>
                  <a:lnTo>
                    <a:pt x="0" y="4302"/>
                  </a:lnTo>
                  <a:cubicBezTo>
                    <a:pt x="0" y="3161"/>
                    <a:pt x="453" y="2067"/>
                    <a:pt x="1260" y="1260"/>
                  </a:cubicBezTo>
                  <a:cubicBezTo>
                    <a:pt x="2067" y="453"/>
                    <a:pt x="3161" y="0"/>
                    <a:pt x="4302" y="0"/>
                  </a:cubicBezTo>
                  <a:close/>
                </a:path>
              </a:pathLst>
            </a:custGeom>
            <a:solidFill>
              <a:srgbClr val="FCFF6B"/>
            </a:solidFill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739193" cy="1197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DESENVOLVIMENTO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 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Desenvolver funcionalidade no </a:t>
              </a: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Painel de Equipamento Crítico</a:t>
              </a: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 que permitirá aos usuários técnicos visualizar as Notas abertas por eles, com base na identificação registrada no campo NOTIFICADOR do banco de dados de notas (ex.: ELETRICA – livia.prado@angloamerican.com / LÍVIA).</a:t>
              </a:r>
            </a:p>
            <a:p>
              <a:pPr algn="just">
                <a:lnSpc>
                  <a:spcPts val="2800"/>
                </a:lnSpc>
              </a:pPr>
            </a:p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Funcionalidades: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1- Exibição das notas abertas pelo usuário técnico conforme sua identificação.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2- Integração com o Painel de Gestão, permitindo identificar o equipamento crítico associado.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3- Possibilidade de cadastrar informações técnicas adicionais de cada equipamento diretamente no painel.</a:t>
              </a:r>
            </a:p>
            <a:p>
              <a:pPr algn="just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7" y="1009265"/>
            <a:ext cx="16731250" cy="5803652"/>
          </a:xfrm>
          <a:custGeom>
            <a:avLst/>
            <a:gdLst/>
            <a:ahLst/>
            <a:cxnLst/>
            <a:rect r="r" b="b" t="t" l="l"/>
            <a:pathLst>
              <a:path h="5803652" w="16731250">
                <a:moveTo>
                  <a:pt x="0" y="0"/>
                </a:moveTo>
                <a:lnTo>
                  <a:pt x="16731250" y="0"/>
                </a:lnTo>
                <a:lnTo>
                  <a:pt x="16731250" y="5803652"/>
                </a:lnTo>
                <a:lnTo>
                  <a:pt x="0" y="5803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31836" y="4574270"/>
            <a:ext cx="1567759" cy="484911"/>
            <a:chOff x="0" y="0"/>
            <a:chExt cx="412908" cy="1277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2908" cy="127713"/>
            </a:xfrm>
            <a:custGeom>
              <a:avLst/>
              <a:gdLst/>
              <a:ahLst/>
              <a:cxnLst/>
              <a:rect r="r" b="b" t="t" l="l"/>
              <a:pathLst>
                <a:path h="127713" w="412908">
                  <a:moveTo>
                    <a:pt x="0" y="0"/>
                  </a:moveTo>
                  <a:lnTo>
                    <a:pt x="412908" y="0"/>
                  </a:lnTo>
                  <a:lnTo>
                    <a:pt x="412908" y="127713"/>
                  </a:lnTo>
                  <a:lnTo>
                    <a:pt x="0" y="127713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12908" cy="17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Temperatura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11185" y="4574270"/>
            <a:ext cx="1450058" cy="484911"/>
            <a:chOff x="0" y="0"/>
            <a:chExt cx="381908" cy="1277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908" cy="127713"/>
            </a:xfrm>
            <a:custGeom>
              <a:avLst/>
              <a:gdLst/>
              <a:ahLst/>
              <a:cxnLst/>
              <a:rect r="r" b="b" t="t" l="l"/>
              <a:pathLst>
                <a:path h="127713" w="381908">
                  <a:moveTo>
                    <a:pt x="0" y="0"/>
                  </a:moveTo>
                  <a:lnTo>
                    <a:pt x="381908" y="0"/>
                  </a:lnTo>
                  <a:lnTo>
                    <a:pt x="381908" y="127713"/>
                  </a:lnTo>
                  <a:lnTo>
                    <a:pt x="0" y="127713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81908" cy="17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Batimento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70819" y="4574270"/>
            <a:ext cx="1626609" cy="484911"/>
            <a:chOff x="0" y="0"/>
            <a:chExt cx="428407" cy="1277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407" cy="127713"/>
            </a:xfrm>
            <a:custGeom>
              <a:avLst/>
              <a:gdLst/>
              <a:ahLst/>
              <a:cxnLst/>
              <a:rect r="r" b="b" t="t" l="l"/>
              <a:pathLst>
                <a:path h="127713" w="428407">
                  <a:moveTo>
                    <a:pt x="0" y="0"/>
                  </a:moveTo>
                  <a:lnTo>
                    <a:pt x="428407" y="0"/>
                  </a:lnTo>
                  <a:lnTo>
                    <a:pt x="428407" y="127713"/>
                  </a:lnTo>
                  <a:lnTo>
                    <a:pt x="0" y="127713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28407" cy="17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Observer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07003" y="4574270"/>
            <a:ext cx="1626609" cy="484911"/>
            <a:chOff x="0" y="0"/>
            <a:chExt cx="428407" cy="1277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8407" cy="127713"/>
            </a:xfrm>
            <a:custGeom>
              <a:avLst/>
              <a:gdLst/>
              <a:ahLst/>
              <a:cxnLst/>
              <a:rect r="r" b="b" t="t" l="l"/>
              <a:pathLst>
                <a:path h="127713" w="428407">
                  <a:moveTo>
                    <a:pt x="0" y="0"/>
                  </a:moveTo>
                  <a:lnTo>
                    <a:pt x="428407" y="0"/>
                  </a:lnTo>
                  <a:lnTo>
                    <a:pt x="428407" y="127713"/>
                  </a:lnTo>
                  <a:lnTo>
                    <a:pt x="0" y="127713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28407" cy="17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Outros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289" y="1359965"/>
            <a:ext cx="7457963" cy="175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Campos de E</a:t>
            </a: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ntrada: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📅 Data da Medição (seleção de calendário)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🌡️ Temperatura (°C) (campo numérico)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⚙️ Equipamento (lista suspensa – ex.: 354-TC-003B)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👤 Responsável pela Medição (campo texto ou seleção de usuário)</a:t>
            </a:r>
          </a:p>
          <a:p>
            <a:pPr algn="l">
              <a:lnSpc>
                <a:spcPts val="238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47289" y="814580"/>
            <a:ext cx="11148608" cy="481807"/>
            <a:chOff x="0" y="0"/>
            <a:chExt cx="2936259" cy="1268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6259" cy="126896"/>
            </a:xfrm>
            <a:custGeom>
              <a:avLst/>
              <a:gdLst/>
              <a:ahLst/>
              <a:cxnLst/>
              <a:rect r="r" b="b" t="t" l="l"/>
              <a:pathLst>
                <a:path h="126896" w="2936259">
                  <a:moveTo>
                    <a:pt x="0" y="0"/>
                  </a:moveTo>
                  <a:lnTo>
                    <a:pt x="2936259" y="0"/>
                  </a:lnTo>
                  <a:lnTo>
                    <a:pt x="2936259" y="126896"/>
                  </a:lnTo>
                  <a:lnTo>
                    <a:pt x="0" y="126896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936259" cy="174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Temperatura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3956" y="1691538"/>
            <a:ext cx="16239311" cy="795715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376760" y="8444995"/>
            <a:ext cx="17539765" cy="1626609"/>
            <a:chOff x="0" y="0"/>
            <a:chExt cx="4619527" cy="428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19527" cy="428407"/>
            </a:xfrm>
            <a:custGeom>
              <a:avLst/>
              <a:gdLst/>
              <a:ahLst/>
              <a:cxnLst/>
              <a:rect r="r" b="b" t="t" l="l"/>
              <a:pathLst>
                <a:path h="428407" w="4619527">
                  <a:moveTo>
                    <a:pt x="4414" y="0"/>
                  </a:moveTo>
                  <a:lnTo>
                    <a:pt x="4615112" y="0"/>
                  </a:lnTo>
                  <a:cubicBezTo>
                    <a:pt x="4616283" y="0"/>
                    <a:pt x="4617406" y="465"/>
                    <a:pt x="4618234" y="1293"/>
                  </a:cubicBezTo>
                  <a:cubicBezTo>
                    <a:pt x="4619061" y="2121"/>
                    <a:pt x="4619527" y="3243"/>
                    <a:pt x="4619527" y="4414"/>
                  </a:cubicBezTo>
                  <a:lnTo>
                    <a:pt x="4619527" y="423993"/>
                  </a:lnTo>
                  <a:cubicBezTo>
                    <a:pt x="4619527" y="425164"/>
                    <a:pt x="4619061" y="426287"/>
                    <a:pt x="4618234" y="427115"/>
                  </a:cubicBezTo>
                  <a:cubicBezTo>
                    <a:pt x="4617406" y="427942"/>
                    <a:pt x="4616283" y="428407"/>
                    <a:pt x="4615112" y="428407"/>
                  </a:cubicBezTo>
                  <a:lnTo>
                    <a:pt x="4414" y="428407"/>
                  </a:lnTo>
                  <a:cubicBezTo>
                    <a:pt x="3243" y="428407"/>
                    <a:pt x="2121" y="427942"/>
                    <a:pt x="1293" y="427115"/>
                  </a:cubicBezTo>
                  <a:cubicBezTo>
                    <a:pt x="465" y="426287"/>
                    <a:pt x="0" y="425164"/>
                    <a:pt x="0" y="423993"/>
                  </a:cubicBezTo>
                  <a:lnTo>
                    <a:pt x="0" y="4414"/>
                  </a:lnTo>
                  <a:cubicBezTo>
                    <a:pt x="0" y="3243"/>
                    <a:pt x="465" y="2121"/>
                    <a:pt x="1293" y="1293"/>
                  </a:cubicBezTo>
                  <a:cubicBezTo>
                    <a:pt x="2121" y="465"/>
                    <a:pt x="3243" y="0"/>
                    <a:pt x="4414" y="0"/>
                  </a:cubicBezTo>
                  <a:close/>
                </a:path>
              </a:pathLst>
            </a:custGeom>
            <a:solidFill>
              <a:srgbClr val="C0E8F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19527" cy="476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CAMPO DE REGISTRO: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Neste campo o técnico poderá registrar observações e anexar arquivos para justificar o apontamento. Essas informações serão integradas automaticamente ao relatório do equipamento crítico, garantindo contexto e rastreabilidade.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139" y="1202610"/>
            <a:ext cx="7457963" cy="205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Campos de E</a:t>
            </a: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ntrada: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📅 Data da Medição (seleção de calendário)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⚙️ Equipamento (lista suspensa – ex.: 354-TC-003B)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📊 Batimento do Eixo (mm) (campo numérico)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📊 Batimento Axial do Eixo (mm) (campo numérico)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👤 Responsável pela Medição (campo texto ou seleção de usuário)</a:t>
            </a:r>
          </a:p>
          <a:p>
            <a:pPr algn="l">
              <a:lnSpc>
                <a:spcPts val="238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306139" y="657225"/>
            <a:ext cx="11148608" cy="481807"/>
            <a:chOff x="0" y="0"/>
            <a:chExt cx="2936259" cy="1268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6259" cy="126896"/>
            </a:xfrm>
            <a:custGeom>
              <a:avLst/>
              <a:gdLst/>
              <a:ahLst/>
              <a:cxnLst/>
              <a:rect r="r" b="b" t="t" l="l"/>
              <a:pathLst>
                <a:path h="126896" w="2936259">
                  <a:moveTo>
                    <a:pt x="0" y="0"/>
                  </a:moveTo>
                  <a:lnTo>
                    <a:pt x="2936259" y="0"/>
                  </a:lnTo>
                  <a:lnTo>
                    <a:pt x="2936259" y="126896"/>
                  </a:lnTo>
                  <a:lnTo>
                    <a:pt x="0" y="126896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936259" cy="174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Batimento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3384" y="1860737"/>
            <a:ext cx="15600456" cy="7613466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376760" y="8444995"/>
            <a:ext cx="17539765" cy="1626609"/>
            <a:chOff x="0" y="0"/>
            <a:chExt cx="4619527" cy="428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19527" cy="428407"/>
            </a:xfrm>
            <a:custGeom>
              <a:avLst/>
              <a:gdLst/>
              <a:ahLst/>
              <a:cxnLst/>
              <a:rect r="r" b="b" t="t" l="l"/>
              <a:pathLst>
                <a:path h="428407" w="4619527">
                  <a:moveTo>
                    <a:pt x="4414" y="0"/>
                  </a:moveTo>
                  <a:lnTo>
                    <a:pt x="4615112" y="0"/>
                  </a:lnTo>
                  <a:cubicBezTo>
                    <a:pt x="4616283" y="0"/>
                    <a:pt x="4617406" y="465"/>
                    <a:pt x="4618234" y="1293"/>
                  </a:cubicBezTo>
                  <a:cubicBezTo>
                    <a:pt x="4619061" y="2121"/>
                    <a:pt x="4619527" y="3243"/>
                    <a:pt x="4619527" y="4414"/>
                  </a:cubicBezTo>
                  <a:lnTo>
                    <a:pt x="4619527" y="423993"/>
                  </a:lnTo>
                  <a:cubicBezTo>
                    <a:pt x="4619527" y="425164"/>
                    <a:pt x="4619061" y="426287"/>
                    <a:pt x="4618234" y="427115"/>
                  </a:cubicBezTo>
                  <a:cubicBezTo>
                    <a:pt x="4617406" y="427942"/>
                    <a:pt x="4616283" y="428407"/>
                    <a:pt x="4615112" y="428407"/>
                  </a:cubicBezTo>
                  <a:lnTo>
                    <a:pt x="4414" y="428407"/>
                  </a:lnTo>
                  <a:cubicBezTo>
                    <a:pt x="3243" y="428407"/>
                    <a:pt x="2121" y="427942"/>
                    <a:pt x="1293" y="427115"/>
                  </a:cubicBezTo>
                  <a:cubicBezTo>
                    <a:pt x="465" y="426287"/>
                    <a:pt x="0" y="425164"/>
                    <a:pt x="0" y="423993"/>
                  </a:cubicBezTo>
                  <a:lnTo>
                    <a:pt x="0" y="4414"/>
                  </a:lnTo>
                  <a:cubicBezTo>
                    <a:pt x="0" y="3243"/>
                    <a:pt x="465" y="2121"/>
                    <a:pt x="1293" y="1293"/>
                  </a:cubicBezTo>
                  <a:cubicBezTo>
                    <a:pt x="2121" y="465"/>
                    <a:pt x="3243" y="0"/>
                    <a:pt x="4414" y="0"/>
                  </a:cubicBezTo>
                  <a:close/>
                </a:path>
              </a:pathLst>
            </a:custGeom>
            <a:solidFill>
              <a:srgbClr val="C0E8F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619527" cy="476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CAMPO DE REGISTRO: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Neste campo o técnico poderá registrar observações e anexar arquivos para justificar o apontamento. Essas informações serão integradas automaticamente ao relatório do equipamento crítico, garantindo contexto e rastreabilidade.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6139" y="657225"/>
            <a:ext cx="11148608" cy="481807"/>
            <a:chOff x="0" y="0"/>
            <a:chExt cx="2936259" cy="126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6259" cy="126896"/>
            </a:xfrm>
            <a:custGeom>
              <a:avLst/>
              <a:gdLst/>
              <a:ahLst/>
              <a:cxnLst/>
              <a:rect r="r" b="b" t="t" l="l"/>
              <a:pathLst>
                <a:path h="126896" w="2936259">
                  <a:moveTo>
                    <a:pt x="0" y="0"/>
                  </a:moveTo>
                  <a:lnTo>
                    <a:pt x="2936259" y="0"/>
                  </a:lnTo>
                  <a:lnTo>
                    <a:pt x="2936259" y="126896"/>
                  </a:lnTo>
                  <a:lnTo>
                    <a:pt x="0" y="126896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36259" cy="174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Observer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6760" y="8444995"/>
            <a:ext cx="17539765" cy="1626609"/>
            <a:chOff x="0" y="0"/>
            <a:chExt cx="4619527" cy="428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19527" cy="428407"/>
            </a:xfrm>
            <a:custGeom>
              <a:avLst/>
              <a:gdLst/>
              <a:ahLst/>
              <a:cxnLst/>
              <a:rect r="r" b="b" t="t" l="l"/>
              <a:pathLst>
                <a:path h="428407" w="4619527">
                  <a:moveTo>
                    <a:pt x="4414" y="0"/>
                  </a:moveTo>
                  <a:lnTo>
                    <a:pt x="4615112" y="0"/>
                  </a:lnTo>
                  <a:cubicBezTo>
                    <a:pt x="4616283" y="0"/>
                    <a:pt x="4617406" y="465"/>
                    <a:pt x="4618234" y="1293"/>
                  </a:cubicBezTo>
                  <a:cubicBezTo>
                    <a:pt x="4619061" y="2121"/>
                    <a:pt x="4619527" y="3243"/>
                    <a:pt x="4619527" y="4414"/>
                  </a:cubicBezTo>
                  <a:lnTo>
                    <a:pt x="4619527" y="423993"/>
                  </a:lnTo>
                  <a:cubicBezTo>
                    <a:pt x="4619527" y="425164"/>
                    <a:pt x="4619061" y="426287"/>
                    <a:pt x="4618234" y="427115"/>
                  </a:cubicBezTo>
                  <a:cubicBezTo>
                    <a:pt x="4617406" y="427942"/>
                    <a:pt x="4616283" y="428407"/>
                    <a:pt x="4615112" y="428407"/>
                  </a:cubicBezTo>
                  <a:lnTo>
                    <a:pt x="4414" y="428407"/>
                  </a:lnTo>
                  <a:cubicBezTo>
                    <a:pt x="3243" y="428407"/>
                    <a:pt x="2121" y="427942"/>
                    <a:pt x="1293" y="427115"/>
                  </a:cubicBezTo>
                  <a:cubicBezTo>
                    <a:pt x="465" y="426287"/>
                    <a:pt x="0" y="425164"/>
                    <a:pt x="0" y="423993"/>
                  </a:cubicBezTo>
                  <a:lnTo>
                    <a:pt x="0" y="4414"/>
                  </a:lnTo>
                  <a:cubicBezTo>
                    <a:pt x="0" y="3243"/>
                    <a:pt x="465" y="2121"/>
                    <a:pt x="1293" y="1293"/>
                  </a:cubicBezTo>
                  <a:cubicBezTo>
                    <a:pt x="2121" y="465"/>
                    <a:pt x="3243" y="0"/>
                    <a:pt x="4414" y="0"/>
                  </a:cubicBezTo>
                  <a:close/>
                </a:path>
              </a:pathLst>
            </a:custGeom>
            <a:solidFill>
              <a:srgbClr val="C0E8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619527" cy="476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CAMPO DE REGISTRO: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Neste campo o técnico poderá registrar observações e anexar arquivos para justificar o apontamento. Essas informações serão integradas automaticamente ao relatório do equipamento crítico, garantindo contexto e rastreabilidade.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83950" y="2520315"/>
            <a:ext cx="10966631" cy="5246370"/>
            <a:chOff x="0" y="0"/>
            <a:chExt cx="1699018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9018" cy="812800"/>
            </a:xfrm>
            <a:custGeom>
              <a:avLst/>
              <a:gdLst/>
              <a:ahLst/>
              <a:cxnLst/>
              <a:rect r="r" b="b" t="t" l="l"/>
              <a:pathLst>
                <a:path h="812800" w="1699018">
                  <a:moveTo>
                    <a:pt x="16237" y="0"/>
                  </a:moveTo>
                  <a:lnTo>
                    <a:pt x="1682781" y="0"/>
                  </a:lnTo>
                  <a:cubicBezTo>
                    <a:pt x="1687088" y="0"/>
                    <a:pt x="1691218" y="1711"/>
                    <a:pt x="1694262" y="4756"/>
                  </a:cubicBezTo>
                  <a:cubicBezTo>
                    <a:pt x="1697307" y="7801"/>
                    <a:pt x="1699018" y="11931"/>
                    <a:pt x="1699018" y="16237"/>
                  </a:cubicBezTo>
                  <a:lnTo>
                    <a:pt x="1699018" y="796563"/>
                  </a:lnTo>
                  <a:cubicBezTo>
                    <a:pt x="1699018" y="800869"/>
                    <a:pt x="1697307" y="804999"/>
                    <a:pt x="1694262" y="808044"/>
                  </a:cubicBezTo>
                  <a:cubicBezTo>
                    <a:pt x="1691218" y="811089"/>
                    <a:pt x="1687088" y="812800"/>
                    <a:pt x="1682781" y="812800"/>
                  </a:cubicBezTo>
                  <a:lnTo>
                    <a:pt x="16237" y="812800"/>
                  </a:lnTo>
                  <a:cubicBezTo>
                    <a:pt x="11931" y="812800"/>
                    <a:pt x="7801" y="811089"/>
                    <a:pt x="4756" y="808044"/>
                  </a:cubicBezTo>
                  <a:cubicBezTo>
                    <a:pt x="1711" y="804999"/>
                    <a:pt x="0" y="800869"/>
                    <a:pt x="0" y="796563"/>
                  </a:cubicBezTo>
                  <a:lnTo>
                    <a:pt x="0" y="16237"/>
                  </a:lnTo>
                  <a:cubicBezTo>
                    <a:pt x="0" y="11931"/>
                    <a:pt x="1711" y="7801"/>
                    <a:pt x="4756" y="4756"/>
                  </a:cubicBezTo>
                  <a:cubicBezTo>
                    <a:pt x="7801" y="1711"/>
                    <a:pt x="11931" y="0"/>
                    <a:pt x="16237" y="0"/>
                  </a:cubicBezTo>
                  <a:close/>
                </a:path>
              </a:pathLst>
            </a:custGeom>
            <a:blipFill>
              <a:blip r:embed="rId3"/>
              <a:stretch>
                <a:fillRect l="-37459" t="0" r="1470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264747" y="2520315"/>
            <a:ext cx="694273" cy="895836"/>
          </a:xfrm>
          <a:custGeom>
            <a:avLst/>
            <a:gdLst/>
            <a:ahLst/>
            <a:cxnLst/>
            <a:rect r="r" b="b" t="t" l="l"/>
            <a:pathLst>
              <a:path h="895836" w="694273">
                <a:moveTo>
                  <a:pt x="0" y="0"/>
                </a:moveTo>
                <a:lnTo>
                  <a:pt x="694272" y="0"/>
                </a:lnTo>
                <a:lnTo>
                  <a:pt x="694272" y="895836"/>
                </a:lnTo>
                <a:lnTo>
                  <a:pt x="0" y="8958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6139" y="1202610"/>
            <a:ext cx="9065679" cy="87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Campos de E</a:t>
            </a: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ntrada: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Usuário poderá salvar o Print da imagem que ele irá buscar do sistema Observer 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11108" y="3482826"/>
            <a:ext cx="1447912" cy="28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Buscar anexo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6139" y="657225"/>
            <a:ext cx="11148608" cy="481807"/>
            <a:chOff x="0" y="0"/>
            <a:chExt cx="2936259" cy="126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6259" cy="126896"/>
            </a:xfrm>
            <a:custGeom>
              <a:avLst/>
              <a:gdLst/>
              <a:ahLst/>
              <a:cxnLst/>
              <a:rect r="r" b="b" t="t" l="l"/>
              <a:pathLst>
                <a:path h="126896" w="2936259">
                  <a:moveTo>
                    <a:pt x="0" y="0"/>
                  </a:moveTo>
                  <a:lnTo>
                    <a:pt x="2936259" y="0"/>
                  </a:lnTo>
                  <a:lnTo>
                    <a:pt x="2936259" y="126896"/>
                  </a:lnTo>
                  <a:lnTo>
                    <a:pt x="0" y="126896"/>
                  </a:lnTo>
                  <a:close/>
                </a:path>
              </a:pathLst>
            </a:custGeom>
            <a:solidFill>
              <a:srgbClr val="F5D7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36259" cy="174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Outros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4118" y="8027086"/>
            <a:ext cx="17539765" cy="1626609"/>
            <a:chOff x="0" y="0"/>
            <a:chExt cx="4619527" cy="428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19527" cy="428407"/>
            </a:xfrm>
            <a:custGeom>
              <a:avLst/>
              <a:gdLst/>
              <a:ahLst/>
              <a:cxnLst/>
              <a:rect r="r" b="b" t="t" l="l"/>
              <a:pathLst>
                <a:path h="428407" w="4619527">
                  <a:moveTo>
                    <a:pt x="4414" y="0"/>
                  </a:moveTo>
                  <a:lnTo>
                    <a:pt x="4615112" y="0"/>
                  </a:lnTo>
                  <a:cubicBezTo>
                    <a:pt x="4616283" y="0"/>
                    <a:pt x="4617406" y="465"/>
                    <a:pt x="4618234" y="1293"/>
                  </a:cubicBezTo>
                  <a:cubicBezTo>
                    <a:pt x="4619061" y="2121"/>
                    <a:pt x="4619527" y="3243"/>
                    <a:pt x="4619527" y="4414"/>
                  </a:cubicBezTo>
                  <a:lnTo>
                    <a:pt x="4619527" y="423993"/>
                  </a:lnTo>
                  <a:cubicBezTo>
                    <a:pt x="4619527" y="425164"/>
                    <a:pt x="4619061" y="426287"/>
                    <a:pt x="4618234" y="427115"/>
                  </a:cubicBezTo>
                  <a:cubicBezTo>
                    <a:pt x="4617406" y="427942"/>
                    <a:pt x="4616283" y="428407"/>
                    <a:pt x="4615112" y="428407"/>
                  </a:cubicBezTo>
                  <a:lnTo>
                    <a:pt x="4414" y="428407"/>
                  </a:lnTo>
                  <a:cubicBezTo>
                    <a:pt x="3243" y="428407"/>
                    <a:pt x="2121" y="427942"/>
                    <a:pt x="1293" y="427115"/>
                  </a:cubicBezTo>
                  <a:cubicBezTo>
                    <a:pt x="465" y="426287"/>
                    <a:pt x="0" y="425164"/>
                    <a:pt x="0" y="423993"/>
                  </a:cubicBezTo>
                  <a:lnTo>
                    <a:pt x="0" y="4414"/>
                  </a:lnTo>
                  <a:cubicBezTo>
                    <a:pt x="0" y="3243"/>
                    <a:pt x="465" y="2121"/>
                    <a:pt x="1293" y="1293"/>
                  </a:cubicBezTo>
                  <a:cubicBezTo>
                    <a:pt x="2121" y="465"/>
                    <a:pt x="3243" y="0"/>
                    <a:pt x="4414" y="0"/>
                  </a:cubicBezTo>
                  <a:close/>
                </a:path>
              </a:pathLst>
            </a:custGeom>
            <a:solidFill>
              <a:srgbClr val="C0E8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619527" cy="476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Arialle Bold"/>
                  <a:ea typeface="Arialle Bold"/>
                  <a:cs typeface="Arialle Bold"/>
                  <a:sym typeface="Arialle Bold"/>
                </a:rPr>
                <a:t>CAMPO DE REGISTRO: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Arialle"/>
                  <a:ea typeface="Arialle"/>
                  <a:cs typeface="Arialle"/>
                  <a:sym typeface="Arialle"/>
                </a:rPr>
                <a:t>Neste campo o técnico poderá registrar observações e anexar arquivos para justificar o apontamento. Essas informações serão integradas automaticamente ao relatório do equipamento crítico, garantindo contexto e rastreabilidade.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83630" y="3144130"/>
            <a:ext cx="4257683" cy="3101781"/>
            <a:chOff x="0" y="0"/>
            <a:chExt cx="659626" cy="4805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627" cy="480547"/>
            </a:xfrm>
            <a:custGeom>
              <a:avLst/>
              <a:gdLst/>
              <a:ahLst/>
              <a:cxnLst/>
              <a:rect r="r" b="b" t="t" l="l"/>
              <a:pathLst>
                <a:path h="480547" w="659627">
                  <a:moveTo>
                    <a:pt x="41822" y="0"/>
                  </a:moveTo>
                  <a:lnTo>
                    <a:pt x="617805" y="0"/>
                  </a:lnTo>
                  <a:cubicBezTo>
                    <a:pt x="640902" y="0"/>
                    <a:pt x="659627" y="18724"/>
                    <a:pt x="659627" y="41822"/>
                  </a:cubicBezTo>
                  <a:lnTo>
                    <a:pt x="659627" y="438725"/>
                  </a:lnTo>
                  <a:cubicBezTo>
                    <a:pt x="659627" y="449817"/>
                    <a:pt x="655220" y="460455"/>
                    <a:pt x="647377" y="468298"/>
                  </a:cubicBezTo>
                  <a:cubicBezTo>
                    <a:pt x="639534" y="476141"/>
                    <a:pt x="628896" y="480547"/>
                    <a:pt x="617805" y="480547"/>
                  </a:cubicBezTo>
                  <a:lnTo>
                    <a:pt x="41822" y="480547"/>
                  </a:lnTo>
                  <a:cubicBezTo>
                    <a:pt x="30730" y="480547"/>
                    <a:pt x="20092" y="476141"/>
                    <a:pt x="12249" y="468298"/>
                  </a:cubicBezTo>
                  <a:cubicBezTo>
                    <a:pt x="4406" y="460455"/>
                    <a:pt x="0" y="449817"/>
                    <a:pt x="0" y="438725"/>
                  </a:cubicBezTo>
                  <a:lnTo>
                    <a:pt x="0" y="41822"/>
                  </a:lnTo>
                  <a:cubicBezTo>
                    <a:pt x="0" y="30730"/>
                    <a:pt x="4406" y="20092"/>
                    <a:pt x="12249" y="12249"/>
                  </a:cubicBezTo>
                  <a:cubicBezTo>
                    <a:pt x="20092" y="4406"/>
                    <a:pt x="30730" y="0"/>
                    <a:pt x="41822" y="0"/>
                  </a:cubicBezTo>
                  <a:close/>
                </a:path>
              </a:pathLst>
            </a:custGeom>
            <a:blipFill>
              <a:blip r:embed="rId3"/>
              <a:stretch>
                <a:fillRect l="-96486" t="0" r="-119707" b="-6914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34494" y="2923314"/>
            <a:ext cx="694273" cy="895836"/>
          </a:xfrm>
          <a:custGeom>
            <a:avLst/>
            <a:gdLst/>
            <a:ahLst/>
            <a:cxnLst/>
            <a:rect r="r" b="b" t="t" l="l"/>
            <a:pathLst>
              <a:path h="895836" w="694273">
                <a:moveTo>
                  <a:pt x="0" y="0"/>
                </a:moveTo>
                <a:lnTo>
                  <a:pt x="694273" y="0"/>
                </a:lnTo>
                <a:lnTo>
                  <a:pt x="694273" y="895836"/>
                </a:lnTo>
                <a:lnTo>
                  <a:pt x="0" y="8958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6139" y="1202610"/>
            <a:ext cx="9130419" cy="57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Campos de E</a:t>
            </a: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ntrada:</a:t>
            </a:r>
          </a:p>
          <a:p>
            <a:pPr algn="l" marL="367048" indent="-183524" lvl="1">
              <a:lnSpc>
                <a:spcPts val="2380"/>
              </a:lnSpc>
              <a:buFont typeface="Arial"/>
              <a:buChar char="•"/>
            </a:pPr>
            <a:r>
              <a:rPr lang="en-US" b="true" sz="1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Usuário poderá salvar outras imagens paa o relatório tendo como limite 3 anexos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4811" y="3790575"/>
            <a:ext cx="1447912" cy="28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Buscar anexo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015159" y="3144130"/>
            <a:ext cx="4257683" cy="3101781"/>
            <a:chOff x="0" y="0"/>
            <a:chExt cx="659626" cy="4805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9627" cy="480547"/>
            </a:xfrm>
            <a:custGeom>
              <a:avLst/>
              <a:gdLst/>
              <a:ahLst/>
              <a:cxnLst/>
              <a:rect r="r" b="b" t="t" l="l"/>
              <a:pathLst>
                <a:path h="480547" w="659627">
                  <a:moveTo>
                    <a:pt x="41822" y="0"/>
                  </a:moveTo>
                  <a:lnTo>
                    <a:pt x="617805" y="0"/>
                  </a:lnTo>
                  <a:cubicBezTo>
                    <a:pt x="640902" y="0"/>
                    <a:pt x="659627" y="18724"/>
                    <a:pt x="659627" y="41822"/>
                  </a:cubicBezTo>
                  <a:lnTo>
                    <a:pt x="659627" y="438725"/>
                  </a:lnTo>
                  <a:cubicBezTo>
                    <a:pt x="659627" y="449817"/>
                    <a:pt x="655220" y="460455"/>
                    <a:pt x="647377" y="468298"/>
                  </a:cubicBezTo>
                  <a:cubicBezTo>
                    <a:pt x="639534" y="476141"/>
                    <a:pt x="628896" y="480547"/>
                    <a:pt x="617805" y="480547"/>
                  </a:cubicBezTo>
                  <a:lnTo>
                    <a:pt x="41822" y="480547"/>
                  </a:lnTo>
                  <a:cubicBezTo>
                    <a:pt x="30730" y="480547"/>
                    <a:pt x="20092" y="476141"/>
                    <a:pt x="12249" y="468298"/>
                  </a:cubicBezTo>
                  <a:cubicBezTo>
                    <a:pt x="4406" y="460455"/>
                    <a:pt x="0" y="449817"/>
                    <a:pt x="0" y="438725"/>
                  </a:cubicBezTo>
                  <a:lnTo>
                    <a:pt x="0" y="41822"/>
                  </a:lnTo>
                  <a:cubicBezTo>
                    <a:pt x="0" y="30730"/>
                    <a:pt x="4406" y="20092"/>
                    <a:pt x="12249" y="12249"/>
                  </a:cubicBezTo>
                  <a:cubicBezTo>
                    <a:pt x="20092" y="4406"/>
                    <a:pt x="30730" y="0"/>
                    <a:pt x="41822" y="0"/>
                  </a:cubicBezTo>
                  <a:close/>
                </a:path>
              </a:pathLst>
            </a:custGeom>
            <a:blipFill>
              <a:blip r:embed="rId3"/>
              <a:stretch>
                <a:fillRect l="-96486" t="0" r="-119707" b="-6914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46687" y="3144130"/>
            <a:ext cx="4257683" cy="3101781"/>
            <a:chOff x="0" y="0"/>
            <a:chExt cx="659626" cy="4805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9627" cy="480547"/>
            </a:xfrm>
            <a:custGeom>
              <a:avLst/>
              <a:gdLst/>
              <a:ahLst/>
              <a:cxnLst/>
              <a:rect r="r" b="b" t="t" l="l"/>
              <a:pathLst>
                <a:path h="480547" w="659627">
                  <a:moveTo>
                    <a:pt x="41822" y="0"/>
                  </a:moveTo>
                  <a:lnTo>
                    <a:pt x="617805" y="0"/>
                  </a:lnTo>
                  <a:cubicBezTo>
                    <a:pt x="640902" y="0"/>
                    <a:pt x="659627" y="18724"/>
                    <a:pt x="659627" y="41822"/>
                  </a:cubicBezTo>
                  <a:lnTo>
                    <a:pt x="659627" y="438725"/>
                  </a:lnTo>
                  <a:cubicBezTo>
                    <a:pt x="659627" y="449817"/>
                    <a:pt x="655220" y="460455"/>
                    <a:pt x="647377" y="468298"/>
                  </a:cubicBezTo>
                  <a:cubicBezTo>
                    <a:pt x="639534" y="476141"/>
                    <a:pt x="628896" y="480547"/>
                    <a:pt x="617805" y="480547"/>
                  </a:cubicBezTo>
                  <a:lnTo>
                    <a:pt x="41822" y="480547"/>
                  </a:lnTo>
                  <a:cubicBezTo>
                    <a:pt x="30730" y="480547"/>
                    <a:pt x="20092" y="476141"/>
                    <a:pt x="12249" y="468298"/>
                  </a:cubicBezTo>
                  <a:cubicBezTo>
                    <a:pt x="4406" y="460455"/>
                    <a:pt x="0" y="449817"/>
                    <a:pt x="0" y="438725"/>
                  </a:cubicBezTo>
                  <a:lnTo>
                    <a:pt x="0" y="41822"/>
                  </a:lnTo>
                  <a:cubicBezTo>
                    <a:pt x="0" y="30730"/>
                    <a:pt x="4406" y="20092"/>
                    <a:pt x="12249" y="12249"/>
                  </a:cubicBezTo>
                  <a:cubicBezTo>
                    <a:pt x="20092" y="4406"/>
                    <a:pt x="30730" y="0"/>
                    <a:pt x="41822" y="0"/>
                  </a:cubicBezTo>
                  <a:close/>
                </a:path>
              </a:pathLst>
            </a:custGeom>
            <a:blipFill>
              <a:blip r:embed="rId3"/>
              <a:stretch>
                <a:fillRect l="-96486" t="0" r="-119707" b="-6914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307" y="1028700"/>
            <a:ext cx="2827158" cy="1096956"/>
            <a:chOff x="0" y="0"/>
            <a:chExt cx="744601" cy="288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4601" cy="288910"/>
            </a:xfrm>
            <a:custGeom>
              <a:avLst/>
              <a:gdLst/>
              <a:ahLst/>
              <a:cxnLst/>
              <a:rect r="r" b="b" t="t" l="l"/>
              <a:pathLst>
                <a:path h="288910" w="744601">
                  <a:moveTo>
                    <a:pt x="27384" y="0"/>
                  </a:moveTo>
                  <a:lnTo>
                    <a:pt x="717217" y="0"/>
                  </a:lnTo>
                  <a:cubicBezTo>
                    <a:pt x="724480" y="0"/>
                    <a:pt x="731445" y="2885"/>
                    <a:pt x="736581" y="8021"/>
                  </a:cubicBezTo>
                  <a:cubicBezTo>
                    <a:pt x="741716" y="13156"/>
                    <a:pt x="744601" y="20121"/>
                    <a:pt x="744601" y="27384"/>
                  </a:cubicBezTo>
                  <a:lnTo>
                    <a:pt x="744601" y="261526"/>
                  </a:lnTo>
                  <a:cubicBezTo>
                    <a:pt x="744601" y="268789"/>
                    <a:pt x="741716" y="275754"/>
                    <a:pt x="736581" y="280889"/>
                  </a:cubicBezTo>
                  <a:cubicBezTo>
                    <a:pt x="731445" y="286025"/>
                    <a:pt x="724480" y="288910"/>
                    <a:pt x="717217" y="288910"/>
                  </a:cubicBezTo>
                  <a:lnTo>
                    <a:pt x="27384" y="288910"/>
                  </a:lnTo>
                  <a:cubicBezTo>
                    <a:pt x="20121" y="288910"/>
                    <a:pt x="13156" y="286025"/>
                    <a:pt x="8021" y="280889"/>
                  </a:cubicBezTo>
                  <a:cubicBezTo>
                    <a:pt x="2885" y="275754"/>
                    <a:pt x="0" y="268789"/>
                    <a:pt x="0" y="261526"/>
                  </a:cubicBezTo>
                  <a:lnTo>
                    <a:pt x="0" y="27384"/>
                  </a:lnTo>
                  <a:cubicBezTo>
                    <a:pt x="0" y="20121"/>
                    <a:pt x="2885" y="13156"/>
                    <a:pt x="8021" y="8021"/>
                  </a:cubicBezTo>
                  <a:cubicBezTo>
                    <a:pt x="13156" y="2885"/>
                    <a:pt x="20121" y="0"/>
                    <a:pt x="27384" y="0"/>
                  </a:cubicBezTo>
                  <a:close/>
                </a:path>
              </a:pathLst>
            </a:custGeom>
            <a:solidFill>
              <a:srgbClr val="465EB0">
                <a:alpha val="38824"/>
              </a:srgbClr>
            </a:solidFill>
            <a:ln w="38100" cap="sq">
              <a:solidFill>
                <a:srgbClr val="D9D9D9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44601" cy="317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068213" y="-133123"/>
            <a:ext cx="5183151" cy="1161823"/>
          </a:xfrm>
          <a:custGeom>
            <a:avLst/>
            <a:gdLst/>
            <a:ahLst/>
            <a:cxnLst/>
            <a:rect r="r" b="b" t="t" l="l"/>
            <a:pathLst>
              <a:path h="1161823" w="5183151">
                <a:moveTo>
                  <a:pt x="0" y="0"/>
                </a:moveTo>
                <a:lnTo>
                  <a:pt x="5183151" y="0"/>
                </a:lnTo>
                <a:lnTo>
                  <a:pt x="5183151" y="1161823"/>
                </a:lnTo>
                <a:lnTo>
                  <a:pt x="0" y="1161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769" t="-102836" r="0" b="-14742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1028" y="1301800"/>
            <a:ext cx="570731" cy="550756"/>
          </a:xfrm>
          <a:custGeom>
            <a:avLst/>
            <a:gdLst/>
            <a:ahLst/>
            <a:cxnLst/>
            <a:rect r="r" b="b" t="t" l="l"/>
            <a:pathLst>
              <a:path h="550756" w="570731">
                <a:moveTo>
                  <a:pt x="0" y="0"/>
                </a:moveTo>
                <a:lnTo>
                  <a:pt x="570732" y="0"/>
                </a:lnTo>
                <a:lnTo>
                  <a:pt x="570732" y="550756"/>
                </a:lnTo>
                <a:lnTo>
                  <a:pt x="0" y="550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76605" y="1366094"/>
            <a:ext cx="1094346" cy="79019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3606344" y="1028700"/>
            <a:ext cx="2827158" cy="1096956"/>
            <a:chOff x="0" y="0"/>
            <a:chExt cx="3769544" cy="146260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769544" cy="1462607"/>
              <a:chOff x="0" y="0"/>
              <a:chExt cx="744601" cy="28891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44601" cy="288910"/>
              </a:xfrm>
              <a:custGeom>
                <a:avLst/>
                <a:gdLst/>
                <a:ahLst/>
                <a:cxnLst/>
                <a:rect r="r" b="b" t="t" l="l"/>
                <a:pathLst>
                  <a:path h="288910" w="744601">
                    <a:moveTo>
                      <a:pt x="27384" y="0"/>
                    </a:moveTo>
                    <a:lnTo>
                      <a:pt x="717217" y="0"/>
                    </a:lnTo>
                    <a:cubicBezTo>
                      <a:pt x="724480" y="0"/>
                      <a:pt x="731445" y="2885"/>
                      <a:pt x="736581" y="8021"/>
                    </a:cubicBezTo>
                    <a:cubicBezTo>
                      <a:pt x="741716" y="13156"/>
                      <a:pt x="744601" y="20121"/>
                      <a:pt x="744601" y="27384"/>
                    </a:cubicBezTo>
                    <a:lnTo>
                      <a:pt x="744601" y="261526"/>
                    </a:lnTo>
                    <a:cubicBezTo>
                      <a:pt x="744601" y="268789"/>
                      <a:pt x="741716" y="275754"/>
                      <a:pt x="736581" y="280889"/>
                    </a:cubicBezTo>
                    <a:cubicBezTo>
                      <a:pt x="731445" y="286025"/>
                      <a:pt x="724480" y="288910"/>
                      <a:pt x="717217" y="288910"/>
                    </a:cubicBezTo>
                    <a:lnTo>
                      <a:pt x="27384" y="288910"/>
                    </a:lnTo>
                    <a:cubicBezTo>
                      <a:pt x="20121" y="288910"/>
                      <a:pt x="13156" y="286025"/>
                      <a:pt x="8021" y="280889"/>
                    </a:cubicBezTo>
                    <a:cubicBezTo>
                      <a:pt x="2885" y="275754"/>
                      <a:pt x="0" y="268789"/>
                      <a:pt x="0" y="261526"/>
                    </a:cubicBezTo>
                    <a:lnTo>
                      <a:pt x="0" y="27384"/>
                    </a:lnTo>
                    <a:cubicBezTo>
                      <a:pt x="0" y="20121"/>
                      <a:pt x="2885" y="13156"/>
                      <a:pt x="8021" y="8021"/>
                    </a:cubicBezTo>
                    <a:cubicBezTo>
                      <a:pt x="13156" y="2885"/>
                      <a:pt x="20121" y="0"/>
                      <a:pt x="27384" y="0"/>
                    </a:cubicBezTo>
                    <a:close/>
                  </a:path>
                </a:pathLst>
              </a:custGeom>
              <a:solidFill>
                <a:srgbClr val="465EB0">
                  <a:alpha val="38824"/>
                </a:srgbClr>
              </a:solidFill>
              <a:ln w="38100" cap="sq">
                <a:solidFill>
                  <a:srgbClr val="D9D9D9">
                    <a:alpha val="38824"/>
                  </a:srgbClr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744601" cy="317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209936" y="114975"/>
              <a:ext cx="2390924" cy="235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6"/>
                </a:lnSpc>
              </a:pPr>
              <a:r>
                <a:rPr lang="en-US" sz="110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NOTAS ABERTAS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83687" y="1344625"/>
            <a:ext cx="486121" cy="582181"/>
          </a:xfrm>
          <a:custGeom>
            <a:avLst/>
            <a:gdLst/>
            <a:ahLst/>
            <a:cxnLst/>
            <a:rect r="r" b="b" t="t" l="l"/>
            <a:pathLst>
              <a:path h="582181" w="486121">
                <a:moveTo>
                  <a:pt x="0" y="0"/>
                </a:moveTo>
                <a:lnTo>
                  <a:pt x="486122" y="0"/>
                </a:lnTo>
                <a:lnTo>
                  <a:pt x="486122" y="582181"/>
                </a:lnTo>
                <a:lnTo>
                  <a:pt x="0" y="582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529661" y="1028700"/>
            <a:ext cx="2827158" cy="1096956"/>
            <a:chOff x="0" y="0"/>
            <a:chExt cx="3769544" cy="146260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769544" cy="1462607"/>
              <a:chOff x="0" y="0"/>
              <a:chExt cx="744601" cy="2889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44601" cy="288910"/>
              </a:xfrm>
              <a:custGeom>
                <a:avLst/>
                <a:gdLst/>
                <a:ahLst/>
                <a:cxnLst/>
                <a:rect r="r" b="b" t="t" l="l"/>
                <a:pathLst>
                  <a:path h="288910" w="744601">
                    <a:moveTo>
                      <a:pt x="27384" y="0"/>
                    </a:moveTo>
                    <a:lnTo>
                      <a:pt x="717217" y="0"/>
                    </a:lnTo>
                    <a:cubicBezTo>
                      <a:pt x="724480" y="0"/>
                      <a:pt x="731445" y="2885"/>
                      <a:pt x="736581" y="8021"/>
                    </a:cubicBezTo>
                    <a:cubicBezTo>
                      <a:pt x="741716" y="13156"/>
                      <a:pt x="744601" y="20121"/>
                      <a:pt x="744601" y="27384"/>
                    </a:cubicBezTo>
                    <a:lnTo>
                      <a:pt x="744601" y="261526"/>
                    </a:lnTo>
                    <a:cubicBezTo>
                      <a:pt x="744601" y="268789"/>
                      <a:pt x="741716" y="275754"/>
                      <a:pt x="736581" y="280889"/>
                    </a:cubicBezTo>
                    <a:cubicBezTo>
                      <a:pt x="731445" y="286025"/>
                      <a:pt x="724480" y="288910"/>
                      <a:pt x="717217" y="288910"/>
                    </a:cubicBezTo>
                    <a:lnTo>
                      <a:pt x="27384" y="288910"/>
                    </a:lnTo>
                    <a:cubicBezTo>
                      <a:pt x="20121" y="288910"/>
                      <a:pt x="13156" y="286025"/>
                      <a:pt x="8021" y="280889"/>
                    </a:cubicBezTo>
                    <a:cubicBezTo>
                      <a:pt x="2885" y="275754"/>
                      <a:pt x="0" y="268789"/>
                      <a:pt x="0" y="261526"/>
                    </a:cubicBezTo>
                    <a:lnTo>
                      <a:pt x="0" y="27384"/>
                    </a:lnTo>
                    <a:cubicBezTo>
                      <a:pt x="0" y="20121"/>
                      <a:pt x="2885" y="13156"/>
                      <a:pt x="8021" y="8021"/>
                    </a:cubicBezTo>
                    <a:cubicBezTo>
                      <a:pt x="13156" y="2885"/>
                      <a:pt x="20121" y="0"/>
                      <a:pt x="27384" y="0"/>
                    </a:cubicBezTo>
                    <a:close/>
                  </a:path>
                </a:pathLst>
              </a:custGeom>
              <a:solidFill>
                <a:srgbClr val="465EB0">
                  <a:alpha val="38824"/>
                </a:srgbClr>
              </a:solidFill>
              <a:ln w="38100" cap="sq">
                <a:solidFill>
                  <a:srgbClr val="D9D9D9">
                    <a:alpha val="38824"/>
                  </a:srgbClr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744601" cy="317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209936" y="114975"/>
              <a:ext cx="2390924" cy="235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6"/>
                </a:lnSpc>
              </a:pPr>
              <a:r>
                <a:rPr lang="en-US" sz="110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LOCAIS DE INSTALAÇÃO</a:t>
              </a: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352561" y="1355506"/>
            <a:ext cx="1094346" cy="800787"/>
          </a:xfrm>
          <a:prstGeom prst="rect">
            <a:avLst/>
          </a:prstGeom>
        </p:spPr>
      </p:pic>
      <p:sp>
        <p:nvSpPr>
          <p:cNvPr name="Freeform 21" id="21"/>
          <p:cNvSpPr/>
          <p:nvPr/>
        </p:nvSpPr>
        <p:spPr>
          <a:xfrm flipH="false" flipV="false" rot="0">
            <a:off x="7693533" y="1360011"/>
            <a:ext cx="427334" cy="606147"/>
          </a:xfrm>
          <a:custGeom>
            <a:avLst/>
            <a:gdLst/>
            <a:ahLst/>
            <a:cxnLst/>
            <a:rect r="r" b="b" t="t" l="l"/>
            <a:pathLst>
              <a:path h="606147" w="427334">
                <a:moveTo>
                  <a:pt x="0" y="0"/>
                </a:moveTo>
                <a:lnTo>
                  <a:pt x="427334" y="0"/>
                </a:lnTo>
                <a:lnTo>
                  <a:pt x="427334" y="606147"/>
                </a:lnTo>
                <a:lnTo>
                  <a:pt x="0" y="606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182584" y="1028700"/>
            <a:ext cx="6993973" cy="1096956"/>
            <a:chOff x="0" y="0"/>
            <a:chExt cx="9325297" cy="146260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325297" cy="1462607"/>
              <a:chOff x="0" y="0"/>
              <a:chExt cx="1842034" cy="28891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842034" cy="288910"/>
              </a:xfrm>
              <a:custGeom>
                <a:avLst/>
                <a:gdLst/>
                <a:ahLst/>
                <a:cxnLst/>
                <a:rect r="r" b="b" t="t" l="l"/>
                <a:pathLst>
                  <a:path h="288910" w="1842034">
                    <a:moveTo>
                      <a:pt x="11069" y="0"/>
                    </a:moveTo>
                    <a:lnTo>
                      <a:pt x="1830965" y="0"/>
                    </a:lnTo>
                    <a:cubicBezTo>
                      <a:pt x="1837078" y="0"/>
                      <a:pt x="1842034" y="4956"/>
                      <a:pt x="1842034" y="11069"/>
                    </a:cubicBezTo>
                    <a:lnTo>
                      <a:pt x="1842034" y="277841"/>
                    </a:lnTo>
                    <a:cubicBezTo>
                      <a:pt x="1842034" y="280776"/>
                      <a:pt x="1840868" y="283592"/>
                      <a:pt x="1838792" y="285668"/>
                    </a:cubicBezTo>
                    <a:cubicBezTo>
                      <a:pt x="1836716" y="287744"/>
                      <a:pt x="1833900" y="288910"/>
                      <a:pt x="1830965" y="288910"/>
                    </a:cubicBezTo>
                    <a:lnTo>
                      <a:pt x="11069" y="288910"/>
                    </a:lnTo>
                    <a:cubicBezTo>
                      <a:pt x="4956" y="288910"/>
                      <a:pt x="0" y="283954"/>
                      <a:pt x="0" y="277841"/>
                    </a:cubicBezTo>
                    <a:lnTo>
                      <a:pt x="0" y="11069"/>
                    </a:lnTo>
                    <a:cubicBezTo>
                      <a:pt x="0" y="4956"/>
                      <a:pt x="4956" y="0"/>
                      <a:pt x="11069" y="0"/>
                    </a:cubicBezTo>
                    <a:close/>
                  </a:path>
                </a:pathLst>
              </a:custGeom>
              <a:solidFill>
                <a:srgbClr val="465EB0">
                  <a:alpha val="38824"/>
                </a:srgbClr>
              </a:solidFill>
              <a:ln w="38100" cap="sq">
                <a:solidFill>
                  <a:srgbClr val="D9D9D9">
                    <a:alpha val="38824"/>
                  </a:srgbClr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1842034" cy="3174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62189"/>
              <a:ext cx="2971960" cy="235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6"/>
                </a:lnSpc>
              </a:pPr>
              <a:r>
                <a:rPr lang="en-US" sz="1104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MECÂNICA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8307" y="2354256"/>
            <a:ext cx="8171766" cy="4333413"/>
            <a:chOff x="0" y="0"/>
            <a:chExt cx="2152235" cy="11413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2235" cy="1141310"/>
            </a:xfrm>
            <a:custGeom>
              <a:avLst/>
              <a:gdLst/>
              <a:ahLst/>
              <a:cxnLst/>
              <a:rect r="r" b="b" t="t" l="l"/>
              <a:pathLst>
                <a:path h="1141310" w="2152235">
                  <a:moveTo>
                    <a:pt x="9474" y="0"/>
                  </a:moveTo>
                  <a:lnTo>
                    <a:pt x="2142761" y="0"/>
                  </a:lnTo>
                  <a:cubicBezTo>
                    <a:pt x="2145273" y="0"/>
                    <a:pt x="2147683" y="998"/>
                    <a:pt x="2149460" y="2775"/>
                  </a:cubicBezTo>
                  <a:cubicBezTo>
                    <a:pt x="2151237" y="4552"/>
                    <a:pt x="2152235" y="6961"/>
                    <a:pt x="2152235" y="9474"/>
                  </a:cubicBezTo>
                  <a:lnTo>
                    <a:pt x="2152235" y="1131836"/>
                  </a:lnTo>
                  <a:cubicBezTo>
                    <a:pt x="2152235" y="1137069"/>
                    <a:pt x="2147993" y="1141310"/>
                    <a:pt x="2142761" y="1141310"/>
                  </a:cubicBezTo>
                  <a:lnTo>
                    <a:pt x="9474" y="1141310"/>
                  </a:lnTo>
                  <a:cubicBezTo>
                    <a:pt x="4242" y="1141310"/>
                    <a:pt x="0" y="1137069"/>
                    <a:pt x="0" y="1131836"/>
                  </a:cubicBezTo>
                  <a:lnTo>
                    <a:pt x="0" y="9474"/>
                  </a:lnTo>
                  <a:cubicBezTo>
                    <a:pt x="0" y="4242"/>
                    <a:pt x="4242" y="0"/>
                    <a:pt x="9474" y="0"/>
                  </a:cubicBezTo>
                  <a:close/>
                </a:path>
              </a:pathLst>
            </a:custGeom>
            <a:solidFill>
              <a:srgbClr val="465EB0">
                <a:alpha val="38824"/>
              </a:srgbClr>
            </a:solidFill>
            <a:ln w="38100" cap="sq">
              <a:solidFill>
                <a:srgbClr val="D9D9D9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52235" cy="116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537756" y="1994717"/>
            <a:ext cx="9464136" cy="5287457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 rot="0">
            <a:off x="8507057" y="2354256"/>
            <a:ext cx="6349151" cy="4333413"/>
            <a:chOff x="0" y="0"/>
            <a:chExt cx="1672204" cy="11413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72204" cy="1141310"/>
            </a:xfrm>
            <a:custGeom>
              <a:avLst/>
              <a:gdLst/>
              <a:ahLst/>
              <a:cxnLst/>
              <a:rect r="r" b="b" t="t" l="l"/>
              <a:pathLst>
                <a:path h="1141310" w="1672204">
                  <a:moveTo>
                    <a:pt x="12194" y="0"/>
                  </a:moveTo>
                  <a:lnTo>
                    <a:pt x="1660011" y="0"/>
                  </a:lnTo>
                  <a:cubicBezTo>
                    <a:pt x="1666745" y="0"/>
                    <a:pt x="1672204" y="5459"/>
                    <a:pt x="1672204" y="12194"/>
                  </a:cubicBezTo>
                  <a:lnTo>
                    <a:pt x="1672204" y="1129117"/>
                  </a:lnTo>
                  <a:cubicBezTo>
                    <a:pt x="1672204" y="1135851"/>
                    <a:pt x="1666745" y="1141310"/>
                    <a:pt x="1660011" y="1141310"/>
                  </a:cubicBezTo>
                  <a:lnTo>
                    <a:pt x="12194" y="1141310"/>
                  </a:lnTo>
                  <a:cubicBezTo>
                    <a:pt x="5459" y="1141310"/>
                    <a:pt x="0" y="1135851"/>
                    <a:pt x="0" y="1129117"/>
                  </a:cubicBezTo>
                  <a:lnTo>
                    <a:pt x="0" y="12194"/>
                  </a:lnTo>
                  <a:cubicBezTo>
                    <a:pt x="0" y="5459"/>
                    <a:pt x="5459" y="0"/>
                    <a:pt x="12194" y="0"/>
                  </a:cubicBezTo>
                  <a:close/>
                </a:path>
              </a:pathLst>
            </a:custGeom>
            <a:solidFill>
              <a:srgbClr val="465EB0">
                <a:alpha val="38824"/>
              </a:srgbClr>
            </a:solidFill>
            <a:ln w="38100" cap="sq">
              <a:solidFill>
                <a:srgbClr val="D9D9D9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672204" cy="116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8665998" y="2630995"/>
            <a:ext cx="5975473" cy="3902429"/>
          </a:xfrm>
          <a:custGeom>
            <a:avLst/>
            <a:gdLst/>
            <a:ahLst/>
            <a:cxnLst/>
            <a:rect r="r" b="b" t="t" l="l"/>
            <a:pathLst>
              <a:path h="3902429" w="5975473">
                <a:moveTo>
                  <a:pt x="0" y="0"/>
                </a:moveTo>
                <a:lnTo>
                  <a:pt x="5975472" y="0"/>
                </a:lnTo>
                <a:lnTo>
                  <a:pt x="5975472" y="3902429"/>
                </a:lnTo>
                <a:lnTo>
                  <a:pt x="0" y="39024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081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497249" y="4638445"/>
            <a:ext cx="300095" cy="444586"/>
          </a:xfrm>
          <a:custGeom>
            <a:avLst/>
            <a:gdLst/>
            <a:ahLst/>
            <a:cxnLst/>
            <a:rect r="r" b="b" t="t" l="l"/>
            <a:pathLst>
              <a:path h="444586" w="300095">
                <a:moveTo>
                  <a:pt x="0" y="0"/>
                </a:moveTo>
                <a:lnTo>
                  <a:pt x="300096" y="0"/>
                </a:lnTo>
                <a:lnTo>
                  <a:pt x="300096" y="444586"/>
                </a:lnTo>
                <a:lnTo>
                  <a:pt x="0" y="4445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662582" y="4359917"/>
            <a:ext cx="300095" cy="444586"/>
          </a:xfrm>
          <a:custGeom>
            <a:avLst/>
            <a:gdLst/>
            <a:ahLst/>
            <a:cxnLst/>
            <a:rect r="r" b="b" t="t" l="l"/>
            <a:pathLst>
              <a:path h="444586" w="300095">
                <a:moveTo>
                  <a:pt x="0" y="0"/>
                </a:moveTo>
                <a:lnTo>
                  <a:pt x="300096" y="0"/>
                </a:lnTo>
                <a:lnTo>
                  <a:pt x="300096" y="444585"/>
                </a:lnTo>
                <a:lnTo>
                  <a:pt x="0" y="4445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617678" y="3580939"/>
            <a:ext cx="300095" cy="444586"/>
          </a:xfrm>
          <a:custGeom>
            <a:avLst/>
            <a:gdLst/>
            <a:ahLst/>
            <a:cxnLst/>
            <a:rect r="r" b="b" t="t" l="l"/>
            <a:pathLst>
              <a:path h="444586" w="300095">
                <a:moveTo>
                  <a:pt x="0" y="0"/>
                </a:moveTo>
                <a:lnTo>
                  <a:pt x="300096" y="0"/>
                </a:lnTo>
                <a:lnTo>
                  <a:pt x="300096" y="444585"/>
                </a:lnTo>
                <a:lnTo>
                  <a:pt x="0" y="4445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473516" y="3803232"/>
            <a:ext cx="300095" cy="444586"/>
          </a:xfrm>
          <a:custGeom>
            <a:avLst/>
            <a:gdLst/>
            <a:ahLst/>
            <a:cxnLst/>
            <a:rect r="r" b="b" t="t" l="l"/>
            <a:pathLst>
              <a:path h="444586" w="300095">
                <a:moveTo>
                  <a:pt x="0" y="0"/>
                </a:moveTo>
                <a:lnTo>
                  <a:pt x="300095" y="0"/>
                </a:lnTo>
                <a:lnTo>
                  <a:pt x="300095" y="444585"/>
                </a:lnTo>
                <a:lnTo>
                  <a:pt x="0" y="4445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150119" y="2783395"/>
            <a:ext cx="300095" cy="444586"/>
          </a:xfrm>
          <a:custGeom>
            <a:avLst/>
            <a:gdLst/>
            <a:ahLst/>
            <a:cxnLst/>
            <a:rect r="r" b="b" t="t" l="l"/>
            <a:pathLst>
              <a:path h="444586" w="300095">
                <a:moveTo>
                  <a:pt x="0" y="0"/>
                </a:moveTo>
                <a:lnTo>
                  <a:pt x="300095" y="0"/>
                </a:lnTo>
                <a:lnTo>
                  <a:pt x="300095" y="444585"/>
                </a:lnTo>
                <a:lnTo>
                  <a:pt x="0" y="4445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976069" y="1291658"/>
            <a:ext cx="674500" cy="674500"/>
          </a:xfrm>
          <a:custGeom>
            <a:avLst/>
            <a:gdLst/>
            <a:ahLst/>
            <a:cxnLst/>
            <a:rect r="r" b="b" t="t" l="l"/>
            <a:pathLst>
              <a:path h="674500" w="674500">
                <a:moveTo>
                  <a:pt x="0" y="0"/>
                </a:moveTo>
                <a:lnTo>
                  <a:pt x="674500" y="0"/>
                </a:lnTo>
                <a:lnTo>
                  <a:pt x="674500" y="674500"/>
                </a:lnTo>
                <a:lnTo>
                  <a:pt x="0" y="674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907869" y="1235268"/>
            <a:ext cx="688769" cy="800894"/>
          </a:xfrm>
          <a:custGeom>
            <a:avLst/>
            <a:gdLst/>
            <a:ahLst/>
            <a:cxnLst/>
            <a:rect r="r" b="b" t="t" l="l"/>
            <a:pathLst>
              <a:path h="800894" w="688769">
                <a:moveTo>
                  <a:pt x="0" y="0"/>
                </a:moveTo>
                <a:lnTo>
                  <a:pt x="688769" y="0"/>
                </a:lnTo>
                <a:lnTo>
                  <a:pt x="688769" y="800894"/>
                </a:lnTo>
                <a:lnTo>
                  <a:pt x="0" y="8008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592757" y="1235268"/>
            <a:ext cx="817239" cy="800894"/>
          </a:xfrm>
          <a:custGeom>
            <a:avLst/>
            <a:gdLst/>
            <a:ahLst/>
            <a:cxnLst/>
            <a:rect r="r" b="b" t="t" l="l"/>
            <a:pathLst>
              <a:path h="800894" w="817239">
                <a:moveTo>
                  <a:pt x="0" y="0"/>
                </a:moveTo>
                <a:lnTo>
                  <a:pt x="817239" y="0"/>
                </a:lnTo>
                <a:lnTo>
                  <a:pt x="817239" y="800894"/>
                </a:lnTo>
                <a:lnTo>
                  <a:pt x="0" y="80089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17340" y="6849593"/>
            <a:ext cx="14738868" cy="3215254"/>
            <a:chOff x="0" y="0"/>
            <a:chExt cx="3881842" cy="8468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81842" cy="846816"/>
            </a:xfrm>
            <a:custGeom>
              <a:avLst/>
              <a:gdLst/>
              <a:ahLst/>
              <a:cxnLst/>
              <a:rect r="r" b="b" t="t" l="l"/>
              <a:pathLst>
                <a:path h="846816" w="3881842">
                  <a:moveTo>
                    <a:pt x="5253" y="0"/>
                  </a:moveTo>
                  <a:lnTo>
                    <a:pt x="3876589" y="0"/>
                  </a:lnTo>
                  <a:cubicBezTo>
                    <a:pt x="3879490" y="0"/>
                    <a:pt x="3881842" y="2352"/>
                    <a:pt x="3881842" y="5253"/>
                  </a:cubicBezTo>
                  <a:lnTo>
                    <a:pt x="3881842" y="841563"/>
                  </a:lnTo>
                  <a:cubicBezTo>
                    <a:pt x="3881842" y="842956"/>
                    <a:pt x="3881288" y="844292"/>
                    <a:pt x="3880303" y="845277"/>
                  </a:cubicBezTo>
                  <a:cubicBezTo>
                    <a:pt x="3879318" y="846262"/>
                    <a:pt x="3877982" y="846816"/>
                    <a:pt x="3876589" y="846816"/>
                  </a:cubicBezTo>
                  <a:lnTo>
                    <a:pt x="5253" y="846816"/>
                  </a:lnTo>
                  <a:cubicBezTo>
                    <a:pt x="3860" y="846816"/>
                    <a:pt x="2524" y="846262"/>
                    <a:pt x="1538" y="845277"/>
                  </a:cubicBezTo>
                  <a:cubicBezTo>
                    <a:pt x="553" y="844292"/>
                    <a:pt x="0" y="842956"/>
                    <a:pt x="0" y="841563"/>
                  </a:cubicBezTo>
                  <a:lnTo>
                    <a:pt x="0" y="5253"/>
                  </a:lnTo>
                  <a:cubicBezTo>
                    <a:pt x="0" y="3860"/>
                    <a:pt x="553" y="2524"/>
                    <a:pt x="1538" y="1538"/>
                  </a:cubicBezTo>
                  <a:cubicBezTo>
                    <a:pt x="2524" y="553"/>
                    <a:pt x="3860" y="0"/>
                    <a:pt x="5253" y="0"/>
                  </a:cubicBezTo>
                  <a:close/>
                </a:path>
              </a:pathLst>
            </a:custGeom>
            <a:solidFill>
              <a:srgbClr val="465EB0">
                <a:alpha val="38824"/>
              </a:srgbClr>
            </a:solidFill>
            <a:ln w="38100" cap="sq">
              <a:solidFill>
                <a:srgbClr val="D9D9D9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3881842" cy="875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348712" y="7173957"/>
            <a:ext cx="12417821" cy="494221"/>
            <a:chOff x="0" y="0"/>
            <a:chExt cx="3270537" cy="13016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70537" cy="130165"/>
            </a:xfrm>
            <a:custGeom>
              <a:avLst/>
              <a:gdLst/>
              <a:ahLst/>
              <a:cxnLst/>
              <a:rect r="r" b="b" t="t" l="l"/>
              <a:pathLst>
                <a:path h="130165" w="3270537">
                  <a:moveTo>
                    <a:pt x="6235" y="0"/>
                  </a:moveTo>
                  <a:lnTo>
                    <a:pt x="3264303" y="0"/>
                  </a:lnTo>
                  <a:cubicBezTo>
                    <a:pt x="3265956" y="0"/>
                    <a:pt x="3267542" y="657"/>
                    <a:pt x="3268711" y="1826"/>
                  </a:cubicBezTo>
                  <a:cubicBezTo>
                    <a:pt x="3269880" y="2995"/>
                    <a:pt x="3270537" y="4581"/>
                    <a:pt x="3270537" y="6235"/>
                  </a:cubicBezTo>
                  <a:lnTo>
                    <a:pt x="3270537" y="123931"/>
                  </a:lnTo>
                  <a:cubicBezTo>
                    <a:pt x="3270537" y="125584"/>
                    <a:pt x="3269880" y="127170"/>
                    <a:pt x="3268711" y="128339"/>
                  </a:cubicBezTo>
                  <a:cubicBezTo>
                    <a:pt x="3267542" y="129508"/>
                    <a:pt x="3265956" y="130165"/>
                    <a:pt x="3264303" y="130165"/>
                  </a:cubicBezTo>
                  <a:lnTo>
                    <a:pt x="6235" y="130165"/>
                  </a:lnTo>
                  <a:cubicBezTo>
                    <a:pt x="4581" y="130165"/>
                    <a:pt x="2995" y="129508"/>
                    <a:pt x="1826" y="128339"/>
                  </a:cubicBezTo>
                  <a:cubicBezTo>
                    <a:pt x="657" y="127170"/>
                    <a:pt x="0" y="125584"/>
                    <a:pt x="0" y="123931"/>
                  </a:cubicBezTo>
                  <a:lnTo>
                    <a:pt x="0" y="6235"/>
                  </a:lnTo>
                  <a:cubicBezTo>
                    <a:pt x="0" y="4581"/>
                    <a:pt x="657" y="2995"/>
                    <a:pt x="1826" y="1826"/>
                  </a:cubicBezTo>
                  <a:cubicBezTo>
                    <a:pt x="2995" y="657"/>
                    <a:pt x="4581" y="0"/>
                    <a:pt x="6235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3270537" cy="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348712" y="7758822"/>
            <a:ext cx="12417821" cy="494221"/>
            <a:chOff x="0" y="0"/>
            <a:chExt cx="3270537" cy="1301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70537" cy="130165"/>
            </a:xfrm>
            <a:custGeom>
              <a:avLst/>
              <a:gdLst/>
              <a:ahLst/>
              <a:cxnLst/>
              <a:rect r="r" b="b" t="t" l="l"/>
              <a:pathLst>
                <a:path h="130165" w="3270537">
                  <a:moveTo>
                    <a:pt x="6235" y="0"/>
                  </a:moveTo>
                  <a:lnTo>
                    <a:pt x="3264303" y="0"/>
                  </a:lnTo>
                  <a:cubicBezTo>
                    <a:pt x="3265956" y="0"/>
                    <a:pt x="3267542" y="657"/>
                    <a:pt x="3268711" y="1826"/>
                  </a:cubicBezTo>
                  <a:cubicBezTo>
                    <a:pt x="3269880" y="2995"/>
                    <a:pt x="3270537" y="4581"/>
                    <a:pt x="3270537" y="6235"/>
                  </a:cubicBezTo>
                  <a:lnTo>
                    <a:pt x="3270537" y="123931"/>
                  </a:lnTo>
                  <a:cubicBezTo>
                    <a:pt x="3270537" y="125584"/>
                    <a:pt x="3269880" y="127170"/>
                    <a:pt x="3268711" y="128339"/>
                  </a:cubicBezTo>
                  <a:cubicBezTo>
                    <a:pt x="3267542" y="129508"/>
                    <a:pt x="3265956" y="130165"/>
                    <a:pt x="3264303" y="130165"/>
                  </a:cubicBezTo>
                  <a:lnTo>
                    <a:pt x="6235" y="130165"/>
                  </a:lnTo>
                  <a:cubicBezTo>
                    <a:pt x="4581" y="130165"/>
                    <a:pt x="2995" y="129508"/>
                    <a:pt x="1826" y="128339"/>
                  </a:cubicBezTo>
                  <a:cubicBezTo>
                    <a:pt x="657" y="127170"/>
                    <a:pt x="0" y="125584"/>
                    <a:pt x="0" y="123931"/>
                  </a:cubicBezTo>
                  <a:lnTo>
                    <a:pt x="0" y="6235"/>
                  </a:lnTo>
                  <a:cubicBezTo>
                    <a:pt x="0" y="4581"/>
                    <a:pt x="657" y="2995"/>
                    <a:pt x="1826" y="1826"/>
                  </a:cubicBezTo>
                  <a:cubicBezTo>
                    <a:pt x="2995" y="657"/>
                    <a:pt x="4581" y="0"/>
                    <a:pt x="6235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270537" cy="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348712" y="8343687"/>
            <a:ext cx="12417821" cy="494221"/>
            <a:chOff x="0" y="0"/>
            <a:chExt cx="3270537" cy="13016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70537" cy="130165"/>
            </a:xfrm>
            <a:custGeom>
              <a:avLst/>
              <a:gdLst/>
              <a:ahLst/>
              <a:cxnLst/>
              <a:rect r="r" b="b" t="t" l="l"/>
              <a:pathLst>
                <a:path h="130165" w="3270537">
                  <a:moveTo>
                    <a:pt x="6235" y="0"/>
                  </a:moveTo>
                  <a:lnTo>
                    <a:pt x="3264303" y="0"/>
                  </a:lnTo>
                  <a:cubicBezTo>
                    <a:pt x="3265956" y="0"/>
                    <a:pt x="3267542" y="657"/>
                    <a:pt x="3268711" y="1826"/>
                  </a:cubicBezTo>
                  <a:cubicBezTo>
                    <a:pt x="3269880" y="2995"/>
                    <a:pt x="3270537" y="4581"/>
                    <a:pt x="3270537" y="6235"/>
                  </a:cubicBezTo>
                  <a:lnTo>
                    <a:pt x="3270537" y="123931"/>
                  </a:lnTo>
                  <a:cubicBezTo>
                    <a:pt x="3270537" y="125584"/>
                    <a:pt x="3269880" y="127170"/>
                    <a:pt x="3268711" y="128339"/>
                  </a:cubicBezTo>
                  <a:cubicBezTo>
                    <a:pt x="3267542" y="129508"/>
                    <a:pt x="3265956" y="130165"/>
                    <a:pt x="3264303" y="130165"/>
                  </a:cubicBezTo>
                  <a:lnTo>
                    <a:pt x="6235" y="130165"/>
                  </a:lnTo>
                  <a:cubicBezTo>
                    <a:pt x="4581" y="130165"/>
                    <a:pt x="2995" y="129508"/>
                    <a:pt x="1826" y="128339"/>
                  </a:cubicBezTo>
                  <a:cubicBezTo>
                    <a:pt x="657" y="127170"/>
                    <a:pt x="0" y="125584"/>
                    <a:pt x="0" y="123931"/>
                  </a:cubicBezTo>
                  <a:lnTo>
                    <a:pt x="0" y="6235"/>
                  </a:lnTo>
                  <a:cubicBezTo>
                    <a:pt x="0" y="4581"/>
                    <a:pt x="657" y="2995"/>
                    <a:pt x="1826" y="1826"/>
                  </a:cubicBezTo>
                  <a:cubicBezTo>
                    <a:pt x="2995" y="657"/>
                    <a:pt x="4581" y="0"/>
                    <a:pt x="6235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270537" cy="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348712" y="8928552"/>
            <a:ext cx="12417821" cy="494221"/>
            <a:chOff x="0" y="0"/>
            <a:chExt cx="3270537" cy="13016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70537" cy="130165"/>
            </a:xfrm>
            <a:custGeom>
              <a:avLst/>
              <a:gdLst/>
              <a:ahLst/>
              <a:cxnLst/>
              <a:rect r="r" b="b" t="t" l="l"/>
              <a:pathLst>
                <a:path h="130165" w="3270537">
                  <a:moveTo>
                    <a:pt x="6235" y="0"/>
                  </a:moveTo>
                  <a:lnTo>
                    <a:pt x="3264303" y="0"/>
                  </a:lnTo>
                  <a:cubicBezTo>
                    <a:pt x="3265956" y="0"/>
                    <a:pt x="3267542" y="657"/>
                    <a:pt x="3268711" y="1826"/>
                  </a:cubicBezTo>
                  <a:cubicBezTo>
                    <a:pt x="3269880" y="2995"/>
                    <a:pt x="3270537" y="4581"/>
                    <a:pt x="3270537" y="6235"/>
                  </a:cubicBezTo>
                  <a:lnTo>
                    <a:pt x="3270537" y="123931"/>
                  </a:lnTo>
                  <a:cubicBezTo>
                    <a:pt x="3270537" y="125584"/>
                    <a:pt x="3269880" y="127170"/>
                    <a:pt x="3268711" y="128339"/>
                  </a:cubicBezTo>
                  <a:cubicBezTo>
                    <a:pt x="3267542" y="129508"/>
                    <a:pt x="3265956" y="130165"/>
                    <a:pt x="3264303" y="130165"/>
                  </a:cubicBezTo>
                  <a:lnTo>
                    <a:pt x="6235" y="130165"/>
                  </a:lnTo>
                  <a:cubicBezTo>
                    <a:pt x="4581" y="130165"/>
                    <a:pt x="2995" y="129508"/>
                    <a:pt x="1826" y="128339"/>
                  </a:cubicBezTo>
                  <a:cubicBezTo>
                    <a:pt x="657" y="127170"/>
                    <a:pt x="0" y="125584"/>
                    <a:pt x="0" y="123931"/>
                  </a:cubicBezTo>
                  <a:lnTo>
                    <a:pt x="0" y="6235"/>
                  </a:lnTo>
                  <a:cubicBezTo>
                    <a:pt x="0" y="4581"/>
                    <a:pt x="657" y="2995"/>
                    <a:pt x="1826" y="1826"/>
                  </a:cubicBezTo>
                  <a:cubicBezTo>
                    <a:pt x="2995" y="657"/>
                    <a:pt x="4581" y="0"/>
                    <a:pt x="6235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3270537" cy="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348712" y="9513416"/>
            <a:ext cx="12417821" cy="494221"/>
            <a:chOff x="0" y="0"/>
            <a:chExt cx="3270537" cy="13016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70537" cy="130165"/>
            </a:xfrm>
            <a:custGeom>
              <a:avLst/>
              <a:gdLst/>
              <a:ahLst/>
              <a:cxnLst/>
              <a:rect r="r" b="b" t="t" l="l"/>
              <a:pathLst>
                <a:path h="130165" w="3270537">
                  <a:moveTo>
                    <a:pt x="6235" y="0"/>
                  </a:moveTo>
                  <a:lnTo>
                    <a:pt x="3264303" y="0"/>
                  </a:lnTo>
                  <a:cubicBezTo>
                    <a:pt x="3265956" y="0"/>
                    <a:pt x="3267542" y="657"/>
                    <a:pt x="3268711" y="1826"/>
                  </a:cubicBezTo>
                  <a:cubicBezTo>
                    <a:pt x="3269880" y="2995"/>
                    <a:pt x="3270537" y="4581"/>
                    <a:pt x="3270537" y="6235"/>
                  </a:cubicBezTo>
                  <a:lnTo>
                    <a:pt x="3270537" y="123931"/>
                  </a:lnTo>
                  <a:cubicBezTo>
                    <a:pt x="3270537" y="125584"/>
                    <a:pt x="3269880" y="127170"/>
                    <a:pt x="3268711" y="128339"/>
                  </a:cubicBezTo>
                  <a:cubicBezTo>
                    <a:pt x="3267542" y="129508"/>
                    <a:pt x="3265956" y="130165"/>
                    <a:pt x="3264303" y="130165"/>
                  </a:cubicBezTo>
                  <a:lnTo>
                    <a:pt x="6235" y="130165"/>
                  </a:lnTo>
                  <a:cubicBezTo>
                    <a:pt x="4581" y="130165"/>
                    <a:pt x="2995" y="129508"/>
                    <a:pt x="1826" y="128339"/>
                  </a:cubicBezTo>
                  <a:cubicBezTo>
                    <a:pt x="657" y="127170"/>
                    <a:pt x="0" y="125584"/>
                    <a:pt x="0" y="123931"/>
                  </a:cubicBezTo>
                  <a:lnTo>
                    <a:pt x="0" y="6235"/>
                  </a:lnTo>
                  <a:cubicBezTo>
                    <a:pt x="0" y="4581"/>
                    <a:pt x="657" y="2995"/>
                    <a:pt x="1826" y="1826"/>
                  </a:cubicBezTo>
                  <a:cubicBezTo>
                    <a:pt x="2995" y="657"/>
                    <a:pt x="4581" y="0"/>
                    <a:pt x="6235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3270537" cy="1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65975" y="7195330"/>
            <a:ext cx="445249" cy="451476"/>
            <a:chOff x="0" y="0"/>
            <a:chExt cx="812800" cy="82416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24168"/>
            </a:xfrm>
            <a:custGeom>
              <a:avLst/>
              <a:gdLst/>
              <a:ahLst/>
              <a:cxnLst/>
              <a:rect r="r" b="b" t="t" l="l"/>
              <a:pathLst>
                <a:path h="824168" w="812800">
                  <a:moveTo>
                    <a:pt x="406400" y="0"/>
                  </a:moveTo>
                  <a:cubicBezTo>
                    <a:pt x="181951" y="0"/>
                    <a:pt x="0" y="184496"/>
                    <a:pt x="0" y="412084"/>
                  </a:cubicBezTo>
                  <a:cubicBezTo>
                    <a:pt x="0" y="639672"/>
                    <a:pt x="181951" y="824168"/>
                    <a:pt x="406400" y="824168"/>
                  </a:cubicBezTo>
                  <a:cubicBezTo>
                    <a:pt x="630849" y="824168"/>
                    <a:pt x="812800" y="639672"/>
                    <a:pt x="812800" y="412084"/>
                  </a:cubicBezTo>
                  <a:cubicBezTo>
                    <a:pt x="812800" y="18449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0000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48691"/>
              <a:ext cx="660400" cy="698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65975" y="7780195"/>
            <a:ext cx="445249" cy="451476"/>
            <a:chOff x="0" y="0"/>
            <a:chExt cx="812800" cy="82416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24168"/>
            </a:xfrm>
            <a:custGeom>
              <a:avLst/>
              <a:gdLst/>
              <a:ahLst/>
              <a:cxnLst/>
              <a:rect r="r" b="b" t="t" l="l"/>
              <a:pathLst>
                <a:path h="824168" w="812800">
                  <a:moveTo>
                    <a:pt x="406400" y="0"/>
                  </a:moveTo>
                  <a:cubicBezTo>
                    <a:pt x="181951" y="0"/>
                    <a:pt x="0" y="184496"/>
                    <a:pt x="0" y="412084"/>
                  </a:cubicBezTo>
                  <a:cubicBezTo>
                    <a:pt x="0" y="639672"/>
                    <a:pt x="181951" y="824168"/>
                    <a:pt x="406400" y="824168"/>
                  </a:cubicBezTo>
                  <a:cubicBezTo>
                    <a:pt x="630849" y="824168"/>
                    <a:pt x="812800" y="639672"/>
                    <a:pt x="812800" y="412084"/>
                  </a:cubicBezTo>
                  <a:cubicBezTo>
                    <a:pt x="812800" y="18449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B86B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48691"/>
              <a:ext cx="660400" cy="698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65975" y="8365059"/>
            <a:ext cx="445249" cy="451476"/>
            <a:chOff x="0" y="0"/>
            <a:chExt cx="812800" cy="82416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24168"/>
            </a:xfrm>
            <a:custGeom>
              <a:avLst/>
              <a:gdLst/>
              <a:ahLst/>
              <a:cxnLst/>
              <a:rect r="r" b="b" t="t" l="l"/>
              <a:pathLst>
                <a:path h="824168" w="812800">
                  <a:moveTo>
                    <a:pt x="406400" y="0"/>
                  </a:moveTo>
                  <a:cubicBezTo>
                    <a:pt x="181951" y="0"/>
                    <a:pt x="0" y="184496"/>
                    <a:pt x="0" y="412084"/>
                  </a:cubicBezTo>
                  <a:cubicBezTo>
                    <a:pt x="0" y="639672"/>
                    <a:pt x="181951" y="824168"/>
                    <a:pt x="406400" y="824168"/>
                  </a:cubicBezTo>
                  <a:cubicBezTo>
                    <a:pt x="630849" y="824168"/>
                    <a:pt x="812800" y="639672"/>
                    <a:pt x="812800" y="412084"/>
                  </a:cubicBezTo>
                  <a:cubicBezTo>
                    <a:pt x="812800" y="18449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FF6B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48691"/>
              <a:ext cx="660400" cy="698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65975" y="8949924"/>
            <a:ext cx="445249" cy="451476"/>
            <a:chOff x="0" y="0"/>
            <a:chExt cx="812800" cy="8241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24168"/>
            </a:xfrm>
            <a:custGeom>
              <a:avLst/>
              <a:gdLst/>
              <a:ahLst/>
              <a:cxnLst/>
              <a:rect r="r" b="b" t="t" l="l"/>
              <a:pathLst>
                <a:path h="824168" w="812800">
                  <a:moveTo>
                    <a:pt x="406400" y="0"/>
                  </a:moveTo>
                  <a:cubicBezTo>
                    <a:pt x="181951" y="0"/>
                    <a:pt x="0" y="184496"/>
                    <a:pt x="0" y="412084"/>
                  </a:cubicBezTo>
                  <a:cubicBezTo>
                    <a:pt x="0" y="639672"/>
                    <a:pt x="181951" y="824168"/>
                    <a:pt x="406400" y="824168"/>
                  </a:cubicBezTo>
                  <a:cubicBezTo>
                    <a:pt x="630849" y="824168"/>
                    <a:pt x="812800" y="639672"/>
                    <a:pt x="812800" y="412084"/>
                  </a:cubicBezTo>
                  <a:cubicBezTo>
                    <a:pt x="812800" y="18449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7FF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48691"/>
              <a:ext cx="660400" cy="698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65975" y="9534789"/>
            <a:ext cx="445249" cy="451476"/>
            <a:chOff x="0" y="0"/>
            <a:chExt cx="812800" cy="82416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24168"/>
            </a:xfrm>
            <a:custGeom>
              <a:avLst/>
              <a:gdLst/>
              <a:ahLst/>
              <a:cxnLst/>
              <a:rect r="r" b="b" t="t" l="l"/>
              <a:pathLst>
                <a:path h="824168" w="812800">
                  <a:moveTo>
                    <a:pt x="406400" y="0"/>
                  </a:moveTo>
                  <a:cubicBezTo>
                    <a:pt x="181951" y="0"/>
                    <a:pt x="0" y="184496"/>
                    <a:pt x="0" y="412084"/>
                  </a:cubicBezTo>
                  <a:cubicBezTo>
                    <a:pt x="0" y="639672"/>
                    <a:pt x="181951" y="824168"/>
                    <a:pt x="406400" y="824168"/>
                  </a:cubicBezTo>
                  <a:cubicBezTo>
                    <a:pt x="630849" y="824168"/>
                    <a:pt x="812800" y="639672"/>
                    <a:pt x="812800" y="412084"/>
                  </a:cubicBezTo>
                  <a:cubicBezTo>
                    <a:pt x="812800" y="18449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48691"/>
              <a:ext cx="660400" cy="698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b="true" sz="14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000425" y="6849593"/>
            <a:ext cx="3184664" cy="3215254"/>
            <a:chOff x="0" y="0"/>
            <a:chExt cx="838759" cy="8468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38759" cy="846816"/>
            </a:xfrm>
            <a:custGeom>
              <a:avLst/>
              <a:gdLst/>
              <a:ahLst/>
              <a:cxnLst/>
              <a:rect r="r" b="b" t="t" l="l"/>
              <a:pathLst>
                <a:path h="846816" w="838759">
                  <a:moveTo>
                    <a:pt x="24310" y="0"/>
                  </a:moveTo>
                  <a:lnTo>
                    <a:pt x="814449" y="0"/>
                  </a:lnTo>
                  <a:cubicBezTo>
                    <a:pt x="820897" y="0"/>
                    <a:pt x="827080" y="2561"/>
                    <a:pt x="831639" y="7120"/>
                  </a:cubicBezTo>
                  <a:cubicBezTo>
                    <a:pt x="836198" y="11679"/>
                    <a:pt x="838759" y="17863"/>
                    <a:pt x="838759" y="24310"/>
                  </a:cubicBezTo>
                  <a:lnTo>
                    <a:pt x="838759" y="822506"/>
                  </a:lnTo>
                  <a:cubicBezTo>
                    <a:pt x="838759" y="835932"/>
                    <a:pt x="827875" y="846816"/>
                    <a:pt x="814449" y="846816"/>
                  </a:cubicBezTo>
                  <a:lnTo>
                    <a:pt x="24310" y="846816"/>
                  </a:lnTo>
                  <a:cubicBezTo>
                    <a:pt x="17863" y="846816"/>
                    <a:pt x="11679" y="844255"/>
                    <a:pt x="7120" y="839696"/>
                  </a:cubicBezTo>
                  <a:cubicBezTo>
                    <a:pt x="2561" y="835137"/>
                    <a:pt x="0" y="828953"/>
                    <a:pt x="0" y="822506"/>
                  </a:cubicBezTo>
                  <a:lnTo>
                    <a:pt x="0" y="24310"/>
                  </a:lnTo>
                  <a:cubicBezTo>
                    <a:pt x="0" y="17863"/>
                    <a:pt x="2561" y="11679"/>
                    <a:pt x="7120" y="7120"/>
                  </a:cubicBezTo>
                  <a:cubicBezTo>
                    <a:pt x="11679" y="2561"/>
                    <a:pt x="17863" y="0"/>
                    <a:pt x="24310" y="0"/>
                  </a:cubicBezTo>
                  <a:close/>
                </a:path>
              </a:pathLst>
            </a:custGeom>
            <a:solidFill>
              <a:srgbClr val="465EB0">
                <a:alpha val="38824"/>
              </a:srgbClr>
            </a:solidFill>
            <a:ln w="38100" cap="sq">
              <a:solidFill>
                <a:srgbClr val="D9D9D9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838759" cy="875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pic>
        <p:nvPicPr>
          <p:cNvPr name="Picture 79" id="7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715930" y="7355374"/>
            <a:ext cx="3753654" cy="2401576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 rot="0">
            <a:off x="15000425" y="2320918"/>
            <a:ext cx="3184664" cy="4333413"/>
            <a:chOff x="0" y="0"/>
            <a:chExt cx="838759" cy="114131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38759" cy="1141310"/>
            </a:xfrm>
            <a:custGeom>
              <a:avLst/>
              <a:gdLst/>
              <a:ahLst/>
              <a:cxnLst/>
              <a:rect r="r" b="b" t="t" l="l"/>
              <a:pathLst>
                <a:path h="1141310" w="838759">
                  <a:moveTo>
                    <a:pt x="24310" y="0"/>
                  </a:moveTo>
                  <a:lnTo>
                    <a:pt x="814449" y="0"/>
                  </a:lnTo>
                  <a:cubicBezTo>
                    <a:pt x="820897" y="0"/>
                    <a:pt x="827080" y="2561"/>
                    <a:pt x="831639" y="7120"/>
                  </a:cubicBezTo>
                  <a:cubicBezTo>
                    <a:pt x="836198" y="11679"/>
                    <a:pt x="838759" y="17863"/>
                    <a:pt x="838759" y="24310"/>
                  </a:cubicBezTo>
                  <a:lnTo>
                    <a:pt x="838759" y="1117000"/>
                  </a:lnTo>
                  <a:cubicBezTo>
                    <a:pt x="838759" y="1130426"/>
                    <a:pt x="827875" y="1141310"/>
                    <a:pt x="814449" y="1141310"/>
                  </a:cubicBezTo>
                  <a:lnTo>
                    <a:pt x="24310" y="1141310"/>
                  </a:lnTo>
                  <a:cubicBezTo>
                    <a:pt x="10884" y="1141310"/>
                    <a:pt x="0" y="1130426"/>
                    <a:pt x="0" y="1117000"/>
                  </a:cubicBezTo>
                  <a:lnTo>
                    <a:pt x="0" y="24310"/>
                  </a:lnTo>
                  <a:cubicBezTo>
                    <a:pt x="0" y="17863"/>
                    <a:pt x="2561" y="11679"/>
                    <a:pt x="7120" y="7120"/>
                  </a:cubicBezTo>
                  <a:cubicBezTo>
                    <a:pt x="11679" y="2561"/>
                    <a:pt x="17863" y="0"/>
                    <a:pt x="24310" y="0"/>
                  </a:cubicBezTo>
                  <a:close/>
                </a:path>
              </a:pathLst>
            </a:custGeom>
            <a:solidFill>
              <a:srgbClr val="465EB0">
                <a:alpha val="38824"/>
              </a:srgbClr>
            </a:solidFill>
            <a:ln w="38100" cap="sq">
              <a:solidFill>
                <a:srgbClr val="D9D9D9">
                  <a:alpha val="38824"/>
                </a:srgbClr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838759" cy="116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5173959" y="2396731"/>
            <a:ext cx="381339" cy="393133"/>
          </a:xfrm>
          <a:custGeom>
            <a:avLst/>
            <a:gdLst/>
            <a:ahLst/>
            <a:cxnLst/>
            <a:rect r="r" b="b" t="t" l="l"/>
            <a:pathLst>
              <a:path h="393133" w="381339">
                <a:moveTo>
                  <a:pt x="0" y="0"/>
                </a:moveTo>
                <a:lnTo>
                  <a:pt x="381340" y="0"/>
                </a:lnTo>
                <a:lnTo>
                  <a:pt x="381340" y="393134"/>
                </a:lnTo>
                <a:lnTo>
                  <a:pt x="0" y="39313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117340" y="62465"/>
            <a:ext cx="2133030" cy="30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6"/>
              </a:lnSpc>
            </a:pPr>
            <a:r>
              <a:rPr lang="en-US" sz="18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PAINEL DE GESTÃO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7340" y="345653"/>
            <a:ext cx="2292325" cy="23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6"/>
              </a:lnSpc>
            </a:pPr>
            <a:r>
              <a:rPr lang="en-US" b="true" sz="1404">
                <a:solidFill>
                  <a:srgbClr val="347F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Confiabilidade e Preditiva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677552" y="102855"/>
            <a:ext cx="1809006" cy="3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"/>
              </a:lnSpc>
            </a:pPr>
            <a:r>
              <a:rPr lang="en-US" b="true" sz="904">
                <a:solidFill>
                  <a:srgbClr val="6CE5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Monitoramento em  tempo real</a:t>
            </a:r>
          </a:p>
          <a:p>
            <a:pPr algn="ctr">
              <a:lnSpc>
                <a:spcPts val="1266"/>
              </a:lnSpc>
            </a:pPr>
            <a:r>
              <a:rPr lang="en-US" b="true" sz="904">
                <a:solidFill>
                  <a:srgbClr val="6CE5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Planta de Barro Alto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048506" y="651746"/>
            <a:ext cx="1067098" cy="14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"/>
              </a:lnSpc>
            </a:pPr>
            <a:r>
              <a:rPr lang="en-US" b="true" sz="90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* 30/10/2026  14:37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86562" y="1081594"/>
            <a:ext cx="1793193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EQUIPAMENTOS CRÍTICOS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714524" y="1336320"/>
            <a:ext cx="268635" cy="62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b="true" sz="3704">
                <a:solidFill>
                  <a:srgbClr val="FF006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869884" y="1336320"/>
            <a:ext cx="537083" cy="62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b="true" sz="370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921841" y="1336320"/>
            <a:ext cx="268635" cy="62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sz="37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-217743" y="2449506"/>
            <a:ext cx="5019923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DISTRIBUIÇÃO NOTAS ABERTAS EQUIPAMENTOS CRÍTICOS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257765" y="2411809"/>
            <a:ext cx="2822695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MAPA DIGITAL DA PLANTA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135659" y="1028949"/>
            <a:ext cx="2228970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ELÉTRICA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5811902" y="1028949"/>
            <a:ext cx="2228970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ESTRUTURAL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-259592" y="6935318"/>
            <a:ext cx="3760523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DETALHE E OBSERVAÇÕES DO TECNICO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711224" y="7301748"/>
            <a:ext cx="2002361" cy="23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3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182-SE-001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711224" y="9641207"/>
            <a:ext cx="2002361" cy="23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3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600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713343" y="7896778"/>
            <a:ext cx="2002361" cy="23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3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116-BA-001E3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13343" y="8481643"/>
            <a:ext cx="2002361" cy="23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3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354-BL-001A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713343" y="9056983"/>
            <a:ext cx="2002361" cy="23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3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531-CG-001F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712496" y="6897218"/>
            <a:ext cx="3760523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STATUS DAS NOTAS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4856208" y="2368286"/>
            <a:ext cx="3760523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</a:p>
        </p:txBody>
      </p:sp>
      <p:sp>
        <p:nvSpPr>
          <p:cNvPr name="TextBox 104" id="104"/>
          <p:cNvSpPr txBox="true"/>
          <p:nvPr/>
        </p:nvSpPr>
        <p:spPr>
          <a:xfrm rot="0">
            <a:off x="14596638" y="2411809"/>
            <a:ext cx="3760523" cy="18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6"/>
              </a:lnSpc>
            </a:pPr>
            <a:r>
              <a:rPr lang="en-US" sz="110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INSIGHTS EXECUTIVOS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3764" y="72861"/>
            <a:ext cx="10039696" cy="584364"/>
          </a:xfrm>
          <a:custGeom>
            <a:avLst/>
            <a:gdLst/>
            <a:ahLst/>
            <a:cxnLst/>
            <a:rect r="r" b="b" t="t" l="l"/>
            <a:pathLst>
              <a:path h="584364" w="10039696">
                <a:moveTo>
                  <a:pt x="0" y="0"/>
                </a:moveTo>
                <a:lnTo>
                  <a:pt x="10039696" y="0"/>
                </a:lnTo>
                <a:lnTo>
                  <a:pt x="10039696" y="584364"/>
                </a:lnTo>
                <a:lnTo>
                  <a:pt x="0" y="58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8676" y="1028700"/>
            <a:ext cx="17787421" cy="7882051"/>
          </a:xfrm>
          <a:custGeom>
            <a:avLst/>
            <a:gdLst/>
            <a:ahLst/>
            <a:cxnLst/>
            <a:rect r="r" b="b" t="t" l="l"/>
            <a:pathLst>
              <a:path h="7882051" w="17787421">
                <a:moveTo>
                  <a:pt x="0" y="0"/>
                </a:moveTo>
                <a:lnTo>
                  <a:pt x="17787421" y="0"/>
                </a:lnTo>
                <a:lnTo>
                  <a:pt x="17787421" y="7882051"/>
                </a:lnTo>
                <a:lnTo>
                  <a:pt x="0" y="7882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DAHWuF6poGE</dc:identifier>
  <dcterms:modified xsi:type="dcterms:W3CDTF">2011-08-01T06:04:30Z</dcterms:modified>
  <cp:revision>1</cp:revision>
  <dc:title>Site - PREDITVA - Elieber</dc:title>
</cp:coreProperties>
</file>